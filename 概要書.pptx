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43" r:id="rId8"/>
    <p:sldId id="342" r:id="rId9"/>
    <p:sldId id="344" r:id="rId10"/>
    <p:sldId id="34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3383300" y="3702208"/>
            <a:ext cx="558838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スーパーゲームクリエーター専攻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（４年制）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826277" y="4258729"/>
            <a:ext cx="70243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３年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98810" y="4910106"/>
            <a:ext cx="355738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又吉　諒（またよし　りょう）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641656" y="1659458"/>
            <a:ext cx="307167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Kill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me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339227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　アクション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　２０代男性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　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 コントローラー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　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モンハンワイルズの発売日や対応機種、店舗・予約特典情報まとめ【モンスターハンターワイルズ】| 予約トップ10">
            <a:extLst>
              <a:ext uri="{FF2B5EF4-FFF2-40B4-BE49-F238E27FC236}">
                <a16:creationId xmlns:a16="http://schemas.microsoft.com/office/drawing/2014/main" id="{6ECB09CC-B652-948E-DE0B-59AA75805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139510"/>
            <a:ext cx="5321809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ゼンゼロ】アカウント作成・データ共有のやり方">
            <a:extLst>
              <a:ext uri="{FF2B5EF4-FFF2-40B4-BE49-F238E27FC236}">
                <a16:creationId xmlns:a16="http://schemas.microsoft.com/office/drawing/2014/main" id="{EE39953F-0CA3-CAD5-1C7C-6FCE11C8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2917" y="2544703"/>
            <a:ext cx="202040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　リングでの対決</a:t>
            </a:r>
            <a:endParaRPr kumimoji="1" lang="en-US" altLang="ja-JP" dirty="0"/>
          </a:p>
          <a:p>
            <a:r>
              <a:rPr lang="ja-JP" altLang="en-US" dirty="0"/>
              <a:t>操作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r>
              <a:rPr lang="ja-JP" altLang="en-US" dirty="0"/>
              <a:t>敵の攻撃を回避しながら攻撃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</a:t>
            </a:r>
            <a:endParaRPr kumimoji="1" lang="en-US" altLang="ja-JP" dirty="0"/>
          </a:p>
          <a:p>
            <a:r>
              <a:rPr kumimoji="1" lang="ja-JP" altLang="en-US" dirty="0"/>
              <a:t>　この時間は攻撃が通り当たると必殺キャンセル　会うアニメションを探し中</a:t>
            </a:r>
            <a:endParaRPr kumimoji="1" lang="en-US" altLang="ja-JP" dirty="0"/>
          </a:p>
          <a:p>
            <a:r>
              <a:rPr lang="ja-JP" altLang="en-US" dirty="0"/>
              <a:t>　通常カメラ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</a:t>
            </a:r>
            <a:r>
              <a:rPr lang="en-US" altLang="ja-JP" dirty="0"/>
              <a:t>player</a:t>
            </a:r>
            <a:r>
              <a:rPr lang="ja-JP" altLang="en-US" dirty="0"/>
              <a:t>の足元のカメラ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通常カメラ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416142" y="5880232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218628" y="3335673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158314" y="4205618"/>
            <a:ext cx="61315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r>
              <a:rPr lang="ja-JP" altLang="en-US" dirty="0"/>
              <a:t> </a:t>
            </a:r>
            <a:endParaRPr lang="en-US" altLang="ja-JP" dirty="0"/>
          </a:p>
          <a:p>
            <a:r>
              <a:rPr lang="ja-JP" altLang="en-US" dirty="0"/>
              <a:t>ゲージがたまった状態で</a:t>
            </a:r>
            <a:r>
              <a:rPr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90626" y="5405994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lang="ja-JP" altLang="en-US" dirty="0"/>
              <a:t>強い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90626" y="6052372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218628" y="948241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218628" y="1486066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218628" y="2439944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1737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762027-9418-BE6B-F731-43336C61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こだわり（頑張ったこと）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172321-620A-CAEF-01AD-EBDFE9ABF79B}"/>
              </a:ext>
            </a:extLst>
          </p:cNvPr>
          <p:cNvSpPr txBox="1"/>
          <p:nvPr/>
        </p:nvSpPr>
        <p:spPr>
          <a:xfrm>
            <a:off x="933061" y="1690688"/>
            <a:ext cx="113721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必殺技のシーンを時間で管理した</a:t>
            </a:r>
            <a:endParaRPr kumimoji="1" lang="en-US" altLang="ja-JP" dirty="0"/>
          </a:p>
          <a:p>
            <a:r>
              <a:rPr lang="ja-JP" altLang="en-US" dirty="0"/>
              <a:t>必殺技をクラスで一括管理</a:t>
            </a:r>
            <a:endParaRPr kumimoji="1" lang="en-US" altLang="ja-JP" dirty="0"/>
          </a:p>
          <a:p>
            <a:r>
              <a:rPr lang="ja-JP" altLang="en-US" dirty="0"/>
              <a:t>アニメーションの終わり際に座標を合わせるようにした</a:t>
            </a:r>
            <a:endParaRPr lang="en-US" altLang="ja-JP" dirty="0"/>
          </a:p>
          <a:p>
            <a:r>
              <a:rPr kumimoji="1" lang="ja-JP" altLang="en-US" dirty="0"/>
              <a:t>必殺技の残像</a:t>
            </a:r>
            <a:endParaRPr kumimoji="1" lang="en-US" altLang="ja-JP" dirty="0"/>
          </a:p>
          <a:p>
            <a:r>
              <a:rPr lang="ja-JP" altLang="en-US" dirty="0"/>
              <a:t>エフェクトマネージャ（オーバーロードで細かいシュチュエーションに対応）</a:t>
            </a:r>
            <a:endParaRPr lang="en-US" altLang="ja-JP" dirty="0"/>
          </a:p>
          <a:p>
            <a:r>
              <a:rPr lang="ja-JP" altLang="en-US" dirty="0"/>
              <a:t>　　　　　　　　　　（プールを終わり削除　満杯時は</a:t>
            </a:r>
            <a:r>
              <a:rPr lang="en-US" altLang="ja-JP" dirty="0"/>
              <a:t>1</a:t>
            </a:r>
            <a:r>
              <a:rPr lang="ja-JP" altLang="en-US" dirty="0"/>
              <a:t>番古い物を削除し追加）</a:t>
            </a:r>
            <a:endParaRPr lang="en-US" altLang="ja-JP" dirty="0"/>
          </a:p>
          <a:p>
            <a:r>
              <a:rPr kumimoji="1" lang="ja-JP" altLang="en-US" dirty="0"/>
              <a:t>サウンドクラス　　　（軽いステレオ音源化　音源に制限あり）</a:t>
            </a:r>
            <a:endParaRPr kumimoji="1" lang="en-US" altLang="ja-JP" dirty="0"/>
          </a:p>
          <a:p>
            <a:r>
              <a:rPr lang="ja-JP" altLang="en-US" dirty="0"/>
              <a:t>カメラクラス　　　　（基本的なカメラクラスを実装）</a:t>
            </a:r>
            <a:endParaRPr lang="en-US" altLang="ja-JP" dirty="0"/>
          </a:p>
          <a:p>
            <a:r>
              <a:rPr kumimoji="1" lang="ja-JP" altLang="en-US" dirty="0"/>
              <a:t>ヒット時以外にも細かく振動する　（攻撃　受けた時　食らわせた時　ゲージがたまり切った時）</a:t>
            </a:r>
            <a:endParaRPr kumimoji="1" lang="en-US" altLang="ja-JP" dirty="0"/>
          </a:p>
          <a:p>
            <a:r>
              <a:rPr lang="ja-JP" altLang="en-US" dirty="0"/>
              <a:t>最終的な更新をアップデートにまとめる　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07800218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3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1418</TotalTime>
  <Words>387</Words>
  <Application>Microsoft Office PowerPoint</Application>
  <PresentationFormat>ワイド画面</PresentationFormat>
  <Paragraphs>67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こだわり（頑張ったこと）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又吉 諒</cp:lastModifiedBy>
  <cp:revision>65</cp:revision>
  <dcterms:created xsi:type="dcterms:W3CDTF">2023-06-27T09:42:14Z</dcterms:created>
  <dcterms:modified xsi:type="dcterms:W3CDTF">2025-12-15T10:01:06Z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