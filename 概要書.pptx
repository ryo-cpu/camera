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15" r:id="rId5"/>
    <p:sldId id="331" r:id="rId6"/>
    <p:sldId id="319" r:id="rId7"/>
    <p:sldId id="343" r:id="rId8"/>
    <p:sldId id="342" r:id="rId9"/>
    <p:sldId id="34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863DB-9FFB-4037-A81F-F96986C77CB4}" v="10" dt="2025-09-03T10:09:26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石井 英貴" userId="S::ishii_hd@fca.ac.jp::61c34198-806e-4779-bbcd-403763735aa0" providerId="AD" clId="Web-{B54615C3-77C6-436C-8F68-217715DC7F98}"/>
    <pc:docChg chg="modSld">
      <pc:chgData name="石井 英貴" userId="S::ishii_hd@fca.ac.jp::61c34198-806e-4779-bbcd-403763735aa0" providerId="AD" clId="Web-{B54615C3-77C6-436C-8F68-217715DC7F98}" dt="2023-07-17T04:10:30.327" v="27" actId="20577"/>
      <pc:docMkLst>
        <pc:docMk/>
      </pc:docMkLst>
      <pc:sldChg chg="modSp">
        <pc:chgData name="石井 英貴" userId="S::ishii_hd@fca.ac.jp::61c34198-806e-4779-bbcd-403763735aa0" providerId="AD" clId="Web-{B54615C3-77C6-436C-8F68-217715DC7F98}" dt="2023-07-17T04:10:30.327" v="27" actId="20577"/>
        <pc:sldMkLst>
          <pc:docMk/>
          <pc:sldMk cId="1647198608" sldId="315"/>
        </pc:sldMkLst>
      </pc:sldChg>
    </pc:docChg>
  </pc:docChgLst>
  <pc:docChgLst>
    <pc:chgData name="石井 英貴" userId="S::ishii_hd@fca.ac.jp::61c34198-806e-4779-bbcd-403763735aa0" providerId="AD" clId="Web-{48A46563-0928-48D9-A4DA-BE738330BE25}"/>
    <pc:docChg chg="modSld">
      <pc:chgData name="石井 英貴" userId="S::ishii_hd@fca.ac.jp::61c34198-806e-4779-bbcd-403763735aa0" providerId="AD" clId="Web-{48A46563-0928-48D9-A4DA-BE738330BE25}" dt="2023-07-17T04:19:11.745" v="7" actId="20577"/>
      <pc:docMkLst>
        <pc:docMk/>
      </pc:docMkLst>
      <pc:sldChg chg="modSp">
        <pc:chgData name="石井 英貴" userId="S::ishii_hd@fca.ac.jp::61c34198-806e-4779-bbcd-403763735aa0" providerId="AD" clId="Web-{48A46563-0928-48D9-A4DA-BE738330BE25}" dt="2023-07-17T04:19:11.745" v="7" actId="20577"/>
        <pc:sldMkLst>
          <pc:docMk/>
          <pc:sldMk cId="4255838624" sldId="331"/>
        </pc:sldMkLst>
      </pc:sldChg>
    </pc:docChg>
  </pc:docChgLst>
  <pc:docChgLst>
    <pc:chgData name="石井 英貴" userId="S::ishii_hd@fca.ac.jp::61c34198-806e-4779-bbcd-403763735aa0" providerId="AD" clId="Web-{D67863DB-9FFB-4037-A81F-F96986C77CB4}"/>
    <pc:docChg chg="modSld">
      <pc:chgData name="石井 英貴" userId="S::ishii_hd@fca.ac.jp::61c34198-806e-4779-bbcd-403763735aa0" providerId="AD" clId="Web-{D67863DB-9FFB-4037-A81F-F96986C77CB4}" dt="2025-09-03T10:09:24.460" v="3" actId="20577"/>
      <pc:docMkLst>
        <pc:docMk/>
      </pc:docMkLst>
      <pc:sldChg chg="modSp">
        <pc:chgData name="石井 英貴" userId="S::ishii_hd@fca.ac.jp::61c34198-806e-4779-bbcd-403763735aa0" providerId="AD" clId="Web-{D67863DB-9FFB-4037-A81F-F96986C77CB4}" dt="2025-09-03T10:09:24.460" v="3" actId="20577"/>
        <pc:sldMkLst>
          <pc:docMk/>
          <pc:sldMk cId="738029369" sldId="339"/>
        </pc:sldMkLst>
        <pc:spChg chg="mod">
          <ac:chgData name="石井 英貴" userId="S::ishii_hd@fca.ac.jp::61c34198-806e-4779-bbcd-403763735aa0" providerId="AD" clId="Web-{D67863DB-9FFB-4037-A81F-F96986C77CB4}" dt="2025-09-03T10:09:24.460" v="3" actId="20577"/>
          <ac:spMkLst>
            <pc:docMk/>
            <pc:sldMk cId="738029369" sldId="339"/>
            <ac:spMk id="3" creationId="{2CA32A28-392A-FFA8-9FBE-0BF1FC82913A}"/>
          </ac:spMkLst>
        </pc:spChg>
      </pc:sldChg>
    </pc:docChg>
  </pc:docChgLst>
  <pc:docChgLst>
    <pc:chgData name="4-002 教室" userId="S::t088@edu.fca.ac.jp::7b3b9b1e-dc2d-4740-a7cd-50e169db9b9e" providerId="AD" clId="Web-{9332DF79-855F-46CD-A964-43CAB3BDF4C2}"/>
    <pc:docChg chg="modSld">
      <pc:chgData name="4-002 教室" userId="S::t088@edu.fca.ac.jp::7b3b9b1e-dc2d-4740-a7cd-50e169db9b9e" providerId="AD" clId="Web-{9332DF79-855F-46CD-A964-43CAB3BDF4C2}" dt="2023-07-23T06:12:47.738" v="1" actId="20577"/>
      <pc:docMkLst>
        <pc:docMk/>
      </pc:docMkLst>
      <pc:sldChg chg="modSp">
        <pc:chgData name="4-002 教室" userId="S::t088@edu.fca.ac.jp::7b3b9b1e-dc2d-4740-a7cd-50e169db9b9e" providerId="AD" clId="Web-{9332DF79-855F-46CD-A964-43CAB3BDF4C2}" dt="2023-07-23T06:12:47.738" v="1" actId="20577"/>
        <pc:sldMkLst>
          <pc:docMk/>
          <pc:sldMk cId="4255838624" sldId="33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01738-86A8-6000-946B-BE45A1F7C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8CDF38-D0BB-11F2-6373-027936598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C36486-427A-C196-16EE-0714E973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466B08-964F-C9E6-3ADC-543E7411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BABE2C-D9A8-5A1A-7367-F06901FE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681300"/>
      </p:ext>
    </p:extLst>
  </p:cSld>
  <p:clrMapOvr>
    <a:masterClrMapping/>
  </p:clrMapOvr>
  <p:transition spd="slow" advClick="0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2185D-2049-3CFE-C057-D67B4363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804785-85E2-9512-1669-D1018B8F2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77B1D6-79E6-BFF5-46E3-3DDAD1D0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21B7C5-228C-9144-A638-F4A9C571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C9DCF3-C72C-1922-57D4-5414F41E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773204"/>
      </p:ext>
    </p:extLst>
  </p:cSld>
  <p:clrMapOvr>
    <a:masterClrMapping/>
  </p:clrMapOvr>
  <p:transition spd="slow" advClick="0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32086A-2D34-6EC5-D4DF-2628C174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CE2DD2-626A-C258-B962-75879FA38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4B61CE-90EB-6C87-53F4-68630525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03A74A-F233-D14F-87D2-AC48F0B7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D9790-11AE-926C-8200-ED0296E8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164279"/>
      </p:ext>
    </p:extLst>
  </p:cSld>
  <p:clrMapOvr>
    <a:masterClrMapping/>
  </p:clrMapOvr>
  <p:transition spd="slow" advClick="0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1EC8E-530C-F94C-702C-0ECCEF40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3594E0-3EAA-732C-2057-8D3E12449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4C3023-011C-07DA-3D15-B1AAFCD65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F1EC9E-8C40-63D0-44D2-379E7394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E6DEF4-AC9F-3DF1-2B6E-00A710D8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D953F-5B26-D55A-8508-9C88F291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830599"/>
      </p:ext>
    </p:extLst>
  </p:cSld>
  <p:clrMapOvr>
    <a:masterClrMapping/>
  </p:clrMapOvr>
  <p:transition spd="slow" advClick="0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DDF02-CDA3-1D20-F4A3-D405D3EA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158DF4-658F-8D48-CB5E-F3A3B849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7C6E41-490E-D67E-4401-3BFD86398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964408-FC9A-513E-FAC5-5674A7FE4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92210B-22D4-B7C6-CB68-4B86585E5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BB619AB-1C71-03C7-1457-46B225B2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5132EE-44D3-9EBE-DA85-4766AD04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ED2BE8-A378-1417-7EEA-1CC7FD15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798777"/>
      </p:ext>
    </p:extLst>
  </p:cSld>
  <p:clrMapOvr>
    <a:masterClrMapping/>
  </p:clrMapOvr>
  <p:transition spd="slow" advClick="0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01C3A-F298-799C-257C-B376C52D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3F3778-A6FA-3887-8928-61C89198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7C0C955-E845-FE54-58E9-95DFA220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B5F576-B24F-FB45-D642-72DF018D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160783"/>
      </p:ext>
    </p:extLst>
  </p:cSld>
  <p:clrMapOvr>
    <a:masterClrMapping/>
  </p:clrMapOvr>
  <p:transition spd="slow" advClick="0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ED5D48-E4A4-93D7-01BC-057F7970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2D7547-6EF8-A2B4-B79D-EC4C9F4C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1FD72B-B8C5-7E93-E5AD-C197B2CD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086564"/>
      </p:ext>
    </p:extLst>
  </p:cSld>
  <p:clrMapOvr>
    <a:masterClrMapping/>
  </p:clrMapOvr>
  <p:transition spd="slow" advClick="0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218F5-578E-A5FE-F645-40CF5E93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D785AE-329C-4ABF-5580-4448900B8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DCDED4-9699-3CF7-8691-11D317C75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FD6B22-440F-E5E0-CA19-4423A6C2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580865-32D5-0A5F-BB5A-9CC30E5D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E6129F-64DD-BD3C-A511-7FE2CD9E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06975"/>
      </p:ext>
    </p:extLst>
  </p:cSld>
  <p:clrMapOvr>
    <a:masterClrMapping/>
  </p:clrMapOvr>
  <p:transition spd="slow" advClick="0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81776-AF48-E4A1-A721-763EB6F0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660377F-3D5E-8F0A-770C-360BB756D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9901ED-D1DF-AC33-D92A-87E29AB02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E8EDD3-2F1E-E868-BCF8-B6DEC534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37F6DA-17A8-F70A-E032-3BF9A4E4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CB1C8A-3CC1-488B-0C53-91579861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519819"/>
      </p:ext>
    </p:extLst>
  </p:cSld>
  <p:clrMapOvr>
    <a:masterClrMapping/>
  </p:clrMapOvr>
  <p:transition spd="slow" advClick="0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31813-88E7-7E6A-0945-4D4AD108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B8139E-E6D4-1903-0A30-4BB1A22CF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17769-E5B6-C0FC-A535-06154AD2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D0EDAD-ED68-E546-2947-7F59A24A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96C21D-70DD-B1B3-F681-E2A6069A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567113"/>
      </p:ext>
    </p:extLst>
  </p:cSld>
  <p:clrMapOvr>
    <a:masterClrMapping/>
  </p:clrMapOvr>
  <p:transition spd="slow" advClick="0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EAEF14-DCD6-E80C-7AAC-4CF22B63C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2F5A1C-07D0-B047-0A11-F54650A24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E7C14-822D-B60A-F84C-FEDCBC5D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94012F-DE8E-08D3-9195-0F11C3D0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AD368C-8CBE-7E01-CCCF-1E65B553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203256"/>
      </p:ext>
    </p:extLst>
  </p:cSld>
  <p:clrMapOvr>
    <a:masterClrMapping/>
  </p:clrMapOvr>
  <p:transition spd="slow" advClick="0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A2990-3621-D5EB-6871-D8A268BA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9DBF2A-1CD6-C63B-5034-F96D121D5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A431F2-2E77-1355-2DEA-A33F87C4A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66AB1-B6F6-4B6F-865F-BEB26A9FE76A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9B7BD4-DBC4-F707-B632-5413FE6AA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7E6FA-7251-4DBA-5E98-DDEB60E76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2C5D4-0186-455C-B3FF-C141D47ED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749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5gzqQ1_PPHw?si=mggR05w2e9POMOOe&amp;t=50" TargetMode="External"/><Relationship Id="rId2" Type="http://schemas.openxmlformats.org/officeDocument/2006/relationships/hyperlink" Target="https://youtu.be/iE-ZEc6bkWs?si=FG2noyAuzwhMMODY&amp;t=977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777887-CE09-545B-EE65-B1490AB20805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6E34FB-5470-CCB6-F0E4-E37939297727}"/>
              </a:ext>
            </a:extLst>
          </p:cNvPr>
          <p:cNvSpPr/>
          <p:nvPr/>
        </p:nvSpPr>
        <p:spPr>
          <a:xfrm>
            <a:off x="3383300" y="3702208"/>
            <a:ext cx="558838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スーパーゲームクリエーター専攻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（４年制）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B816E1-4915-D765-9C00-9C690638A063}"/>
              </a:ext>
            </a:extLst>
          </p:cNvPr>
          <p:cNvSpPr/>
          <p:nvPr/>
        </p:nvSpPr>
        <p:spPr>
          <a:xfrm>
            <a:off x="5826277" y="4258729"/>
            <a:ext cx="70243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３年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59AB5F6-B64C-D44C-5371-023163173899}"/>
              </a:ext>
            </a:extLst>
          </p:cNvPr>
          <p:cNvSpPr/>
          <p:nvPr/>
        </p:nvSpPr>
        <p:spPr>
          <a:xfrm>
            <a:off x="4398810" y="4910106"/>
            <a:ext cx="35573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又吉　諒（またよし　りょう）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D165E82-FB6B-9648-A65A-C2843591FC50}"/>
              </a:ext>
            </a:extLst>
          </p:cNvPr>
          <p:cNvSpPr/>
          <p:nvPr/>
        </p:nvSpPr>
        <p:spPr>
          <a:xfrm>
            <a:off x="4652087" y="1102937"/>
            <a:ext cx="305083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ゲームプログラム課題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68E8483-BF0F-C9F5-D326-A735B034BBC4}"/>
              </a:ext>
            </a:extLst>
          </p:cNvPr>
          <p:cNvSpPr/>
          <p:nvPr/>
        </p:nvSpPr>
        <p:spPr>
          <a:xfrm>
            <a:off x="4641656" y="1659458"/>
            <a:ext cx="3071675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作品タイトル「</a:t>
            </a:r>
            <a:r>
              <a:rPr lang="en-US" altLang="ja-JP" sz="240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Kill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　</a:t>
            </a:r>
            <a:r>
              <a:rPr lang="en-US" altLang="ja-JP" sz="240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me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」</a:t>
            </a:r>
            <a:endParaRPr lang="ja-JP" altLang="en-US" sz="2400" b="0" cap="none" spc="0" dirty="0">
              <a:ln w="0"/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A2C10D2-E093-0956-E3ED-C45E57B850B0}"/>
              </a:ext>
            </a:extLst>
          </p:cNvPr>
          <p:cNvSpPr/>
          <p:nvPr/>
        </p:nvSpPr>
        <p:spPr>
          <a:xfrm>
            <a:off x="3608521" y="2263407"/>
            <a:ext cx="5137945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ja-JP" altLang="en-US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テーマ</a:t>
            </a:r>
            <a:r>
              <a:rPr lang="en-US" altLang="ja-JP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『</a:t>
            </a:r>
            <a:r>
              <a:rPr lang="ja-JP" altLang="en-US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必殺技</a:t>
            </a:r>
            <a:r>
              <a:rPr lang="en-US" altLang="ja-JP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×</a:t>
            </a:r>
            <a:r>
              <a:rPr lang="ja-JP" altLang="en-US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３</a:t>
            </a:r>
            <a:r>
              <a:rPr lang="en-US" altLang="ja-JP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D</a:t>
            </a:r>
            <a:r>
              <a:rPr lang="ja-JP" altLang="en-US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アクションゲーム</a:t>
            </a:r>
            <a:r>
              <a:rPr lang="en-US" altLang="ja-JP" sz="2400" dirty="0">
                <a:ln w="0"/>
                <a:solidFill>
                  <a:srgbClr val="FF0000"/>
                </a:solidFill>
                <a:latin typeface="ＭＳ Ｐゴシック"/>
                <a:ea typeface="ＭＳ Ｐゴシック"/>
              </a:rPr>
              <a:t>』</a:t>
            </a:r>
            <a:endParaRPr lang="ja-JP" altLang="en-US" sz="2400" b="0" cap="none" spc="0" dirty="0">
              <a:ln w="0"/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7198608"/>
      </p:ext>
    </p:extLst>
  </p:cSld>
  <p:clrMapOvr>
    <a:masterClrMapping/>
  </p:clrMapOvr>
  <p:transition spd="slow" advClick="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777887-CE09-545B-EE65-B1490AB20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ED680D-3EBE-217A-E7AD-64CD7C4D15C2}"/>
              </a:ext>
            </a:extLst>
          </p:cNvPr>
          <p:cNvSpPr/>
          <p:nvPr/>
        </p:nvSpPr>
        <p:spPr>
          <a:xfrm>
            <a:off x="271606" y="98492"/>
            <a:ext cx="2618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ゲーム作品の企画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20EFD38-8FD4-5990-91DC-CCAF69F64294}"/>
              </a:ext>
            </a:extLst>
          </p:cNvPr>
          <p:cNvSpPr/>
          <p:nvPr/>
        </p:nvSpPr>
        <p:spPr>
          <a:xfrm>
            <a:off x="448407" y="1371262"/>
            <a:ext cx="3392275" cy="193899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・ジャンル　アクション</a:t>
            </a:r>
            <a:br>
              <a:rPr lang="en-US" altLang="ja-JP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・ユーザー層　２０代男性</a:t>
            </a:r>
            <a:br>
              <a:rPr lang="en-US" altLang="ja-JP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2400" b="0" cap="none" spc="0" dirty="0">
                <a:ln w="0"/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※</a:t>
            </a:r>
            <a:r>
              <a:rPr lang="ja-JP" altLang="en-US" sz="2400" b="0" cap="none" spc="0" dirty="0">
                <a:ln w="0"/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ゲームの売り　</a:t>
            </a:r>
            <a:br>
              <a:rPr lang="en-US" altLang="ja-JP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操作系 </a:t>
            </a:r>
            <a:r>
              <a:rPr lang="en-US" altLang="ja-JP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WSAD 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マウス</a:t>
            </a:r>
            <a:br>
              <a:rPr lang="en-US" altLang="ja-JP" sz="2400" b="0" cap="none" spc="0" dirty="0">
                <a:ln w="0"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/>
                <a:ea typeface="ＭＳ Ｐゴシック"/>
              </a:rPr>
              <a:t>・作品の注目ポイント　</a:t>
            </a:r>
          </a:p>
        </p:txBody>
      </p:sp>
    </p:spTree>
    <p:extLst>
      <p:ext uri="{BB962C8B-B14F-4D97-AF65-F5344CB8AC3E}">
        <p14:creationId xmlns:p14="http://schemas.microsoft.com/office/powerpoint/2010/main" val="4255838624"/>
      </p:ext>
    </p:extLst>
  </p:cSld>
  <p:clrMapOvr>
    <a:masterClrMapping/>
  </p:clrMapOvr>
  <p:transition spd="slow"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777887-CE09-545B-EE65-B1490AB20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ED680D-3EBE-217A-E7AD-64CD7C4D15C2}"/>
              </a:ext>
            </a:extLst>
          </p:cNvPr>
          <p:cNvSpPr/>
          <p:nvPr/>
        </p:nvSpPr>
        <p:spPr>
          <a:xfrm>
            <a:off x="271606" y="98492"/>
            <a:ext cx="20104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リファレンス①</a:t>
            </a:r>
            <a:endParaRPr lang="ja-JP" altLang="en-US" sz="2400" b="0" cap="none" spc="0" dirty="0">
              <a:ln w="0"/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0559C49-7434-7FAE-09FD-B4EED546404E}"/>
              </a:ext>
            </a:extLst>
          </p:cNvPr>
          <p:cNvSpPr/>
          <p:nvPr/>
        </p:nvSpPr>
        <p:spPr>
          <a:xfrm>
            <a:off x="4823478" y="1303314"/>
            <a:ext cx="30460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参考にした</a:t>
            </a:r>
            <a:r>
              <a:rPr lang="ja-JP" altLang="en-US" sz="240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ゲーム</a:t>
            </a:r>
            <a:r>
              <a:rPr lang="ja-JP" altLang="en-US" sz="2400" b="0" cap="none" spc="0" dirty="0">
                <a:ln w="0"/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など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D777459-E32F-7D95-0601-EB9BE103594C}"/>
              </a:ext>
            </a:extLst>
          </p:cNvPr>
          <p:cNvSpPr/>
          <p:nvPr/>
        </p:nvSpPr>
        <p:spPr>
          <a:xfrm>
            <a:off x="475488" y="2139510"/>
            <a:ext cx="2221992" cy="2953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4373AF-79A9-12B4-BDA4-5E4DA8E7E321}"/>
              </a:ext>
            </a:extLst>
          </p:cNvPr>
          <p:cNvSpPr/>
          <p:nvPr/>
        </p:nvSpPr>
        <p:spPr>
          <a:xfrm>
            <a:off x="3435096" y="2139510"/>
            <a:ext cx="2221992" cy="2953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モンハンワイルズの発売日や対応機種、店舗・予約特典情報まとめ【モンスターハンターワイルズ】| 予約トップ10">
            <a:extLst>
              <a:ext uri="{FF2B5EF4-FFF2-40B4-BE49-F238E27FC236}">
                <a16:creationId xmlns:a16="http://schemas.microsoft.com/office/drawing/2014/main" id="{6ECB09CC-B652-948E-DE0B-59AA75805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139510"/>
            <a:ext cx="5321809" cy="32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ゼンゼロ】アカウント作成・データ共有のやり方">
            <a:extLst>
              <a:ext uri="{FF2B5EF4-FFF2-40B4-BE49-F238E27FC236}">
                <a16:creationId xmlns:a16="http://schemas.microsoft.com/office/drawing/2014/main" id="{EE39953F-0CA3-CAD5-1C7C-6FCE11C8D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917" y="2544703"/>
            <a:ext cx="202040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579189"/>
      </p:ext>
    </p:extLst>
  </p:cSld>
  <p:clrMapOvr>
    <a:masterClrMapping/>
  </p:clrMapOvr>
  <p:transition spd="slow" advClick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93FB6D-AD3E-0DBB-DF24-2085D59CE313}"/>
              </a:ext>
            </a:extLst>
          </p:cNvPr>
          <p:cNvSpPr txBox="1"/>
          <p:nvPr/>
        </p:nvSpPr>
        <p:spPr>
          <a:xfrm>
            <a:off x="435429" y="269966"/>
            <a:ext cx="384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ゲーム概要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6F84EE-8FD3-C154-D35E-C46FC4E9C924}"/>
              </a:ext>
            </a:extLst>
          </p:cNvPr>
          <p:cNvSpPr txBox="1"/>
          <p:nvPr/>
        </p:nvSpPr>
        <p:spPr>
          <a:xfrm>
            <a:off x="513806" y="792480"/>
            <a:ext cx="56954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敵とプレイヤーの１対１　リングでの対決</a:t>
            </a:r>
            <a:endParaRPr kumimoji="1" lang="en-US" altLang="ja-JP" dirty="0"/>
          </a:p>
          <a:p>
            <a:r>
              <a:rPr lang="ja-JP" altLang="en-US" dirty="0"/>
              <a:t>どちらかの</a:t>
            </a:r>
            <a:r>
              <a:rPr lang="en-US" altLang="ja-JP" dirty="0"/>
              <a:t>Hp</a:t>
            </a:r>
            <a:r>
              <a:rPr lang="ja-JP" altLang="en-US" dirty="0"/>
              <a:t>がなくなったら決着</a:t>
            </a:r>
            <a:endParaRPr lang="en-US" altLang="ja-JP" dirty="0"/>
          </a:p>
          <a:p>
            <a:r>
              <a:rPr lang="ja-JP" altLang="en-US" dirty="0"/>
              <a:t>敵の攻撃を回避しながら攻撃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プレイヤーの行動　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通常攻撃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必殺技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回避（追加予定）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攻撃を</a:t>
            </a:r>
            <a:r>
              <a:rPr lang="en-US" altLang="ja-JP" dirty="0"/>
              <a:t>5</a:t>
            </a:r>
            <a:r>
              <a:rPr lang="ja-JP" altLang="en-US" dirty="0"/>
              <a:t>秒受けないとじょじょに回復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敵の行動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突進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振り下ろし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6911292"/>
      </p:ext>
    </p:extLst>
  </p:cSld>
  <p:clrMapOvr>
    <a:masterClrMapping/>
  </p:clrMapOvr>
  <p:transition spd="slow" advClick="0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E7A60F-DFD4-7C8A-01B0-5803F76E3427}"/>
              </a:ext>
            </a:extLst>
          </p:cNvPr>
          <p:cNvSpPr txBox="1"/>
          <p:nvPr/>
        </p:nvSpPr>
        <p:spPr>
          <a:xfrm>
            <a:off x="218628" y="306150"/>
            <a:ext cx="242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必殺技　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5BD5E2-D383-D8B9-8FA2-8C477CEED092}"/>
              </a:ext>
            </a:extLst>
          </p:cNvPr>
          <p:cNvSpPr txBox="1"/>
          <p:nvPr/>
        </p:nvSpPr>
        <p:spPr>
          <a:xfrm>
            <a:off x="242595" y="793102"/>
            <a:ext cx="784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発生後　無敵の強い攻撃　自動</a:t>
            </a:r>
            <a:r>
              <a:rPr lang="en-US" altLang="ja-JP" dirty="0"/>
              <a:t>HIT</a:t>
            </a:r>
            <a:r>
              <a:rPr lang="ja-JP" altLang="en-US" dirty="0"/>
              <a:t>　必中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9BFEC1-67A9-0A0A-8480-F98BE5EBF864}"/>
              </a:ext>
            </a:extLst>
          </p:cNvPr>
          <p:cNvSpPr txBox="1"/>
          <p:nvPr/>
        </p:nvSpPr>
        <p:spPr>
          <a:xfrm>
            <a:off x="242594" y="1397675"/>
            <a:ext cx="117867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挙動</a:t>
            </a:r>
            <a:endParaRPr kumimoji="1" lang="en-US" altLang="ja-JP" dirty="0"/>
          </a:p>
          <a:p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ジャンプの準備挙動　　</a:t>
            </a:r>
            <a:endParaRPr kumimoji="1" lang="en-US" altLang="ja-JP" dirty="0"/>
          </a:p>
          <a:p>
            <a:r>
              <a:rPr kumimoji="1" lang="ja-JP" altLang="en-US" dirty="0"/>
              <a:t>　この時間は攻撃が通り当たると必殺キャンセル　会うアニメションを探し中</a:t>
            </a:r>
            <a:endParaRPr kumimoji="1" lang="en-US" altLang="ja-JP" dirty="0"/>
          </a:p>
          <a:p>
            <a:r>
              <a:rPr lang="ja-JP" altLang="en-US" dirty="0"/>
              <a:t>　通常カメラ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飛び上がり　　　　　　</a:t>
            </a:r>
            <a:r>
              <a:rPr lang="en-US" altLang="ja-JP" dirty="0"/>
              <a:t>player</a:t>
            </a:r>
            <a:r>
              <a:rPr lang="ja-JP" altLang="en-US" dirty="0"/>
              <a:t>の足元のカメラ　　　　　　　　ここから敵の行動を停止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空中で敵視点ぐらいからよる　　　　　　この時点で敵の上に移動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敵めがけて動く　通常カメラ　　　攻撃とダメージが入る　ヒット時　点滅と拡大縮小　ダメージ　仮１００　通常４０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定位置に戻り終わり　　敵は吹っ飛ぶ</a:t>
            </a:r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55609B-B179-8CCF-F7A0-30CA3EBEC491}"/>
              </a:ext>
            </a:extLst>
          </p:cNvPr>
          <p:cNvSpPr txBox="1"/>
          <p:nvPr/>
        </p:nvSpPr>
        <p:spPr>
          <a:xfrm>
            <a:off x="416142" y="5880232"/>
            <a:ext cx="640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所要時間　</a:t>
            </a:r>
            <a:r>
              <a:rPr lang="ja-JP" altLang="en-US" dirty="0"/>
              <a:t>４</a:t>
            </a:r>
            <a:r>
              <a:rPr kumimoji="1" lang="ja-JP" altLang="en-US" dirty="0"/>
              <a:t>秒程度　各　１</a:t>
            </a:r>
            <a:r>
              <a:rPr kumimoji="1" lang="en-US" altLang="ja-JP" dirty="0"/>
              <a:t>.</a:t>
            </a:r>
            <a:r>
              <a:rPr kumimoji="1" lang="ja-JP" altLang="en-US" dirty="0"/>
              <a:t>５</a:t>
            </a:r>
            <a:r>
              <a:rPr kumimoji="1" lang="en-US" altLang="ja-JP" dirty="0"/>
              <a:t>,</a:t>
            </a:r>
            <a:r>
              <a:rPr kumimoji="1" lang="ja-JP" altLang="en-US" dirty="0"/>
              <a:t>０</a:t>
            </a:r>
            <a:r>
              <a:rPr kumimoji="1" lang="en-US" altLang="ja-JP" dirty="0"/>
              <a:t>.</a:t>
            </a:r>
            <a:r>
              <a:rPr kumimoji="1" lang="ja-JP" altLang="en-US" dirty="0"/>
              <a:t>５</a:t>
            </a:r>
            <a:r>
              <a:rPr kumimoji="1" lang="en-US" altLang="ja-JP" dirty="0"/>
              <a:t>,1,</a:t>
            </a:r>
            <a:r>
              <a:rPr kumimoji="1" lang="ja-JP" altLang="en-US" dirty="0"/>
              <a:t>１</a:t>
            </a:r>
          </a:p>
        </p:txBody>
      </p:sp>
    </p:spTree>
    <p:extLst>
      <p:ext uri="{BB962C8B-B14F-4D97-AF65-F5344CB8AC3E}">
        <p14:creationId xmlns:p14="http://schemas.microsoft.com/office/powerpoint/2010/main" val="2502149341"/>
      </p:ext>
    </p:extLst>
  </p:cSld>
  <p:clrMapOvr>
    <a:masterClrMapping/>
  </p:clrMapOvr>
  <p:transition spd="slow" advClick="0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E7A60F-DFD4-7C8A-01B0-5803F76E3427}"/>
              </a:ext>
            </a:extLst>
          </p:cNvPr>
          <p:cNvSpPr txBox="1"/>
          <p:nvPr/>
        </p:nvSpPr>
        <p:spPr>
          <a:xfrm>
            <a:off x="218628" y="306150"/>
            <a:ext cx="242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必殺技　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EDE7C0-A716-9185-9B51-3631FCE11AEC}"/>
              </a:ext>
            </a:extLst>
          </p:cNvPr>
          <p:cNvSpPr txBox="1"/>
          <p:nvPr/>
        </p:nvSpPr>
        <p:spPr>
          <a:xfrm>
            <a:off x="218628" y="3335673"/>
            <a:ext cx="40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イメージ</a:t>
            </a:r>
            <a:endParaRPr kumimoji="1" lang="en-US" altLang="ja-JP" dirty="0"/>
          </a:p>
          <a:p>
            <a:r>
              <a:rPr lang="ja-JP" altLang="en-US" dirty="0"/>
              <a:t>仮面ライダーのライダーキック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41B8081-C347-CE61-3CD0-C71E5AC104FD}"/>
              </a:ext>
            </a:extLst>
          </p:cNvPr>
          <p:cNvSpPr txBox="1"/>
          <p:nvPr/>
        </p:nvSpPr>
        <p:spPr>
          <a:xfrm>
            <a:off x="158314" y="4205618"/>
            <a:ext cx="6131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発動条件</a:t>
            </a:r>
            <a:endParaRPr kumimoji="1" lang="en-US" altLang="ja-JP" dirty="0"/>
          </a:p>
          <a:p>
            <a:r>
              <a:rPr lang="en-US" altLang="ja-JP" dirty="0"/>
              <a:t>G</a:t>
            </a:r>
            <a:r>
              <a:rPr lang="ja-JP" altLang="en-US" dirty="0"/>
              <a:t>キー　今後ゲージの実装やキーの変更をする予定 </a:t>
            </a:r>
            <a:endParaRPr lang="en-US" altLang="ja-JP" dirty="0"/>
          </a:p>
          <a:p>
            <a:r>
              <a:rPr lang="ja-JP" altLang="en-US" dirty="0"/>
              <a:t>コントローラーは　</a:t>
            </a:r>
            <a:r>
              <a:rPr lang="en-US" altLang="ja-JP" dirty="0"/>
              <a:t>R</a:t>
            </a:r>
            <a:r>
              <a:rPr lang="ja-JP" altLang="en-US" dirty="0"/>
              <a:t>　予定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C0D889-37ED-EDA6-5AAE-BBAA905E33AF}"/>
              </a:ext>
            </a:extLst>
          </p:cNvPr>
          <p:cNvSpPr txBox="1"/>
          <p:nvPr/>
        </p:nvSpPr>
        <p:spPr>
          <a:xfrm>
            <a:off x="90626" y="5405994"/>
            <a:ext cx="973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メリット　敵を吹っ飛ばすので猶予ができる　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が低いとき回復の猶予　無敵　大ダメージ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B32E43-49A7-ABE1-1460-BD8244BDE826}"/>
              </a:ext>
            </a:extLst>
          </p:cNvPr>
          <p:cNvSpPr txBox="1"/>
          <p:nvPr/>
        </p:nvSpPr>
        <p:spPr>
          <a:xfrm>
            <a:off x="90626" y="6052372"/>
            <a:ext cx="543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デメリット　隙が多い　自分が動けない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2CDEF38-A04B-4DD5-527F-80FFFBDA20CC}"/>
              </a:ext>
            </a:extLst>
          </p:cNvPr>
          <p:cNvSpPr txBox="1"/>
          <p:nvPr/>
        </p:nvSpPr>
        <p:spPr>
          <a:xfrm>
            <a:off x="218628" y="948241"/>
            <a:ext cx="225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参考必殺技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B8177F-3A16-AAB8-1626-91DA975A75E6}"/>
              </a:ext>
            </a:extLst>
          </p:cNvPr>
          <p:cNvSpPr txBox="1"/>
          <p:nvPr/>
        </p:nvSpPr>
        <p:spPr>
          <a:xfrm>
            <a:off x="218628" y="1486066"/>
            <a:ext cx="5569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2"/>
              </a:rPr>
              <a:t>https://youtu.be/iE-ZEc6bkWs?si=FG2noyAuzwhMMODY&amp;t=977</a:t>
            </a:r>
            <a:endParaRPr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63BE89E-DDF3-04F6-5D0F-6D2759051D67}"/>
              </a:ext>
            </a:extLst>
          </p:cNvPr>
          <p:cNvSpPr txBox="1"/>
          <p:nvPr/>
        </p:nvSpPr>
        <p:spPr>
          <a:xfrm>
            <a:off x="218628" y="243994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3"/>
              </a:rPr>
              <a:t>https://youtu.be/5gzqQ1_PPHw?si=mggR05w2e9POMOOe&amp;t=50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7717371"/>
      </p:ext>
    </p:extLst>
  </p:cSld>
  <p:clrMapOvr>
    <a:masterClrMapping/>
  </p:clrMapOvr>
  <p:transition spd="slow" advClick="0">
    <p:fade thruBlk="1"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a2ea18-1ea4-4cd6-8c3e-626499c8f82b">
      <Terms xmlns="http://schemas.microsoft.com/office/infopath/2007/PartnerControls"/>
    </lcf76f155ced4ddcb4097134ff3c332f>
    <TaxCatchAll xmlns="f08c68da-d145-4647-b7b0-41852d50ec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DAA2143A7117C49B4C9F8590216C20F" ma:contentTypeVersion="12" ma:contentTypeDescription="新しいドキュメントを作成します。" ma:contentTypeScope="" ma:versionID="cc3aded7008bc64947a264f7acc5aa9e">
  <xsd:schema xmlns:xsd="http://www.w3.org/2001/XMLSchema" xmlns:xs="http://www.w3.org/2001/XMLSchema" xmlns:p="http://schemas.microsoft.com/office/2006/metadata/properties" xmlns:ns2="d7a2ea18-1ea4-4cd6-8c3e-626499c8f82b" xmlns:ns3="f08c68da-d145-4647-b7b0-41852d50ec21" targetNamespace="http://schemas.microsoft.com/office/2006/metadata/properties" ma:root="true" ma:fieldsID="4161c5e7a0c4f05f3e7f581073882928" ns2:_="" ns3:_="">
    <xsd:import namespace="d7a2ea18-1ea4-4cd6-8c3e-626499c8f82b"/>
    <xsd:import namespace="f08c68da-d145-4647-b7b0-41852d50ec2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2ea18-1ea4-4cd6-8c3e-626499c8f82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0895b9c0-74fc-4553-aa0b-380ace5f8a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c68da-d145-4647-b7b0-41852d50ec2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c8bd966-1732-467e-88b4-9866b7df0aec}" ma:internalName="TaxCatchAll" ma:showField="CatchAllData" ma:web="f08c68da-d145-4647-b7b0-41852d50ec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561E12-DD42-4580-91AA-2E56B6F36D47}">
  <ds:schemaRefs>
    <ds:schemaRef ds:uri="http://schemas.microsoft.com/office/2006/metadata/properties"/>
    <ds:schemaRef ds:uri="http://schemas.microsoft.com/office/infopath/2007/PartnerControls"/>
    <ds:schemaRef ds:uri="7e320a98-111e-4df1-b565-db8f036c2c07"/>
    <ds:schemaRef ds:uri="d5e75185-ab09-4bd5-a24e-9040de8604a3"/>
    <ds:schemaRef ds:uri="d7a2ea18-1ea4-4cd6-8c3e-626499c8f82b"/>
    <ds:schemaRef ds:uri="f08c68da-d145-4647-b7b0-41852d50ec21"/>
  </ds:schemaRefs>
</ds:datastoreItem>
</file>

<file path=customXml/itemProps2.xml><?xml version="1.0" encoding="utf-8"?>
<ds:datastoreItem xmlns:ds="http://schemas.openxmlformats.org/officeDocument/2006/customXml" ds:itemID="{E8216681-D782-45CA-A4C0-F2540F3F28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8EAD39-B5C6-48C1-A06D-E3B75FEE4A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a2ea18-1ea4-4cd6-8c3e-626499c8f82b"/>
    <ds:schemaRef ds:uri="f08c68da-d145-4647-b7b0-41852d50ec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311</Words>
  <Application>Microsoft Office PowerPoint</Application>
  <PresentationFormat>ワイド画面</PresentationFormat>
  <Paragraphs>54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Ishii Hidetaka</dc:creator>
  <cp:lastModifiedBy>又吉 諒</cp:lastModifiedBy>
  <cp:revision>60</cp:revision>
  <dcterms:created xsi:type="dcterms:W3CDTF">2023-06-27T09:42:14Z</dcterms:created>
  <dcterms:modified xsi:type="dcterms:W3CDTF">2025-09-11T19:41:50Z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0x0101006DAA2143A7117C49B4C9F8590216C20F</vt:lpwstr>
  </property>
  <property fmtid="{D5CDD505-2E9C-101B-9397-08002B2CF9AE}" pid="3" name="MediaServiceImageTags">
    <vt:lpwstr/>
  </property>
</Properties>
</file>