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15" r:id="rId5"/>
    <p:sldId id="331" r:id="rId6"/>
    <p:sldId id="319" r:id="rId7"/>
    <p:sldId id="320" r:id="rId8"/>
    <p:sldId id="341" r:id="rId9"/>
    <p:sldId id="342" r:id="rId10"/>
    <p:sldId id="340" r:id="rId11"/>
    <p:sldId id="339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7863DB-9FFB-4037-A81F-F96986C77CB4}" v="10" dt="2025-09-03T10:09:26.6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石井 英貴" userId="S::ishii_hd@fca.ac.jp::61c34198-806e-4779-bbcd-403763735aa0" providerId="AD" clId="Web-{B54615C3-77C6-436C-8F68-217715DC7F98}"/>
    <pc:docChg chg="modSld">
      <pc:chgData name="石井 英貴" userId="S::ishii_hd@fca.ac.jp::61c34198-806e-4779-bbcd-403763735aa0" providerId="AD" clId="Web-{B54615C3-77C6-436C-8F68-217715DC7F98}" dt="2023-07-17T04:10:30.327" v="27" actId="20577"/>
      <pc:docMkLst>
        <pc:docMk/>
      </pc:docMkLst>
      <pc:sldChg chg="modSp">
        <pc:chgData name="石井 英貴" userId="S::ishii_hd@fca.ac.jp::61c34198-806e-4779-bbcd-403763735aa0" providerId="AD" clId="Web-{B54615C3-77C6-436C-8F68-217715DC7F98}" dt="2023-07-17T04:10:30.327" v="27" actId="20577"/>
        <pc:sldMkLst>
          <pc:docMk/>
          <pc:sldMk cId="1647198608" sldId="315"/>
        </pc:sldMkLst>
      </pc:sldChg>
    </pc:docChg>
  </pc:docChgLst>
  <pc:docChgLst>
    <pc:chgData name="石井 英貴" userId="S::ishii_hd@fca.ac.jp::61c34198-806e-4779-bbcd-403763735aa0" providerId="AD" clId="Web-{48A46563-0928-48D9-A4DA-BE738330BE25}"/>
    <pc:docChg chg="modSld">
      <pc:chgData name="石井 英貴" userId="S::ishii_hd@fca.ac.jp::61c34198-806e-4779-bbcd-403763735aa0" providerId="AD" clId="Web-{48A46563-0928-48D9-A4DA-BE738330BE25}" dt="2023-07-17T04:19:11.745" v="7" actId="20577"/>
      <pc:docMkLst>
        <pc:docMk/>
      </pc:docMkLst>
      <pc:sldChg chg="modSp">
        <pc:chgData name="石井 英貴" userId="S::ishii_hd@fca.ac.jp::61c34198-806e-4779-bbcd-403763735aa0" providerId="AD" clId="Web-{48A46563-0928-48D9-A4DA-BE738330BE25}" dt="2023-07-17T04:19:11.745" v="7" actId="20577"/>
        <pc:sldMkLst>
          <pc:docMk/>
          <pc:sldMk cId="4255838624" sldId="331"/>
        </pc:sldMkLst>
      </pc:sldChg>
    </pc:docChg>
  </pc:docChgLst>
  <pc:docChgLst>
    <pc:chgData name="石井 英貴" userId="S::ishii_hd@fca.ac.jp::61c34198-806e-4779-bbcd-403763735aa0" providerId="AD" clId="Web-{D67863DB-9FFB-4037-A81F-F96986C77CB4}"/>
    <pc:docChg chg="modSld">
      <pc:chgData name="石井 英貴" userId="S::ishii_hd@fca.ac.jp::61c34198-806e-4779-bbcd-403763735aa0" providerId="AD" clId="Web-{D67863DB-9FFB-4037-A81F-F96986C77CB4}" dt="2025-09-03T10:09:24.460" v="3" actId="20577"/>
      <pc:docMkLst>
        <pc:docMk/>
      </pc:docMkLst>
      <pc:sldChg chg="modSp">
        <pc:chgData name="石井 英貴" userId="S::ishii_hd@fca.ac.jp::61c34198-806e-4779-bbcd-403763735aa0" providerId="AD" clId="Web-{D67863DB-9FFB-4037-A81F-F96986C77CB4}" dt="2025-09-03T10:09:24.460" v="3" actId="20577"/>
        <pc:sldMkLst>
          <pc:docMk/>
          <pc:sldMk cId="738029369" sldId="339"/>
        </pc:sldMkLst>
        <pc:spChg chg="mod">
          <ac:chgData name="石井 英貴" userId="S::ishii_hd@fca.ac.jp::61c34198-806e-4779-bbcd-403763735aa0" providerId="AD" clId="Web-{D67863DB-9FFB-4037-A81F-F96986C77CB4}" dt="2025-09-03T10:09:24.460" v="3" actId="20577"/>
          <ac:spMkLst>
            <pc:docMk/>
            <pc:sldMk cId="738029369" sldId="339"/>
            <ac:spMk id="3" creationId="{2CA32A28-392A-FFA8-9FBE-0BF1FC82913A}"/>
          </ac:spMkLst>
        </pc:spChg>
      </pc:sldChg>
    </pc:docChg>
  </pc:docChgLst>
  <pc:docChgLst>
    <pc:chgData name="4-002 教室" userId="S::t088@edu.fca.ac.jp::7b3b9b1e-dc2d-4740-a7cd-50e169db9b9e" providerId="AD" clId="Web-{9332DF79-855F-46CD-A964-43CAB3BDF4C2}"/>
    <pc:docChg chg="modSld">
      <pc:chgData name="4-002 教室" userId="S::t088@edu.fca.ac.jp::7b3b9b1e-dc2d-4740-a7cd-50e169db9b9e" providerId="AD" clId="Web-{9332DF79-855F-46CD-A964-43CAB3BDF4C2}" dt="2023-07-23T06:12:47.738" v="1" actId="20577"/>
      <pc:docMkLst>
        <pc:docMk/>
      </pc:docMkLst>
      <pc:sldChg chg="modSp">
        <pc:chgData name="4-002 教室" userId="S::t088@edu.fca.ac.jp::7b3b9b1e-dc2d-4740-a7cd-50e169db9b9e" providerId="AD" clId="Web-{9332DF79-855F-46CD-A964-43CAB3BDF4C2}" dt="2023-07-23T06:12:47.738" v="1" actId="20577"/>
        <pc:sldMkLst>
          <pc:docMk/>
          <pc:sldMk cId="4255838624" sldId="33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901738-86A8-6000-946B-BE45A1F7CA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48CDF38-D0BB-11F2-6373-027936598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C36486-427A-C196-16EE-0714E9733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466B08-964F-C9E6-3ADC-543E74112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BABE2C-D9A8-5A1A-7367-F06901FE9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3681300"/>
      </p:ext>
    </p:extLst>
  </p:cSld>
  <p:clrMapOvr>
    <a:masterClrMapping/>
  </p:clrMapOvr>
  <p:transition spd="slow" advClick="0">
    <p:fade thruBlk="1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82185D-2049-3CFE-C057-D67B43636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804785-85E2-9512-1669-D1018B8F2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77B1D6-79E6-BFF5-46E3-3DDAD1D0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21B7C5-228C-9144-A638-F4A9C571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C9DCF3-C72C-1922-57D4-5414F41E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9773204"/>
      </p:ext>
    </p:extLst>
  </p:cSld>
  <p:clrMapOvr>
    <a:masterClrMapping/>
  </p:clrMapOvr>
  <p:transition spd="slow" advClick="0">
    <p:fade thruBlk="1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32086A-2D34-6EC5-D4DF-2628C1741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CE2DD2-626A-C258-B962-75879FA38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4B61CE-90EB-6C87-53F4-686305257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03A74A-F233-D14F-87D2-AC48F0B7E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2D9790-11AE-926C-8200-ED0296E8E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9164279"/>
      </p:ext>
    </p:extLst>
  </p:cSld>
  <p:clrMapOvr>
    <a:masterClrMapping/>
  </p:clrMapOvr>
  <p:transition spd="slow" advClick="0">
    <p:fade thruBlk="1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91EC8E-530C-F94C-702C-0ECCEF40B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3594E0-3EAA-732C-2057-8D3E12449A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54C3023-011C-07DA-3D15-B1AAFCD65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F1EC9E-8C40-63D0-44D2-379E73946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DE6DEF4-AC9F-3DF1-2B6E-00A710D82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1D953F-5B26-D55A-8508-9C88F291D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1830599"/>
      </p:ext>
    </p:extLst>
  </p:cSld>
  <p:clrMapOvr>
    <a:masterClrMapping/>
  </p:clrMapOvr>
  <p:transition spd="slow" advClick="0">
    <p:fade thruBlk="1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CDDF02-CDA3-1D20-F4A3-D405D3EAB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C158DF4-658F-8D48-CB5E-F3A3B8492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7C6E41-490E-D67E-4401-3BFD86398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D964408-FC9A-513E-FAC5-5674A7FE4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692210B-22D4-B7C6-CB68-4B86585E5B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BB619AB-1C71-03C7-1457-46B225B21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65132EE-44D3-9EBE-DA85-4766AD04B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4ED2BE8-A378-1417-7EEA-1CC7FD152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5798777"/>
      </p:ext>
    </p:extLst>
  </p:cSld>
  <p:clrMapOvr>
    <a:masterClrMapping/>
  </p:clrMapOvr>
  <p:transition spd="slow" advClick="0">
    <p:fade thruBlk="1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A01C3A-F298-799C-257C-B376C52D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63F3778-A6FA-3887-8928-61C89198B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7C0C955-E845-FE54-58E9-95DFA220B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1B5F576-B24F-FB45-D642-72DF018D9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160783"/>
      </p:ext>
    </p:extLst>
  </p:cSld>
  <p:clrMapOvr>
    <a:masterClrMapping/>
  </p:clrMapOvr>
  <p:transition spd="slow" advClick="0">
    <p:fade thruBlk="1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1ED5D48-E4A4-93D7-01BC-057F7970A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92D7547-6EF8-A2B4-B79D-EC4C9F4C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1FD72B-B8C5-7E93-E5AD-C197B2CD0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1086564"/>
      </p:ext>
    </p:extLst>
  </p:cSld>
  <p:clrMapOvr>
    <a:masterClrMapping/>
  </p:clrMapOvr>
  <p:transition spd="slow" advClick="0">
    <p:fade thruBlk="1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B218F5-578E-A5FE-F645-40CF5E93D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CD785AE-329C-4ABF-5580-4448900B8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3DCDED4-9699-3CF7-8691-11D317C75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FD6B22-440F-E5E0-CA19-4423A6C27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2580865-32D5-0A5F-BB5A-9CC30E5D6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E6129F-64DD-BD3C-A511-7FE2CD9E4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506975"/>
      </p:ext>
    </p:extLst>
  </p:cSld>
  <p:clrMapOvr>
    <a:masterClrMapping/>
  </p:clrMapOvr>
  <p:transition spd="slow" advClick="0">
    <p:fade thruBlk="1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81776-AF48-E4A1-A721-763EB6F02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660377F-3D5E-8F0A-770C-360BB756DA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89901ED-D1DF-AC33-D92A-87E29AB02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E8EDD3-2F1E-E868-BCF8-B6DEC5349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437F6DA-17A8-F70A-E032-3BF9A4E47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CB1C8A-3CC1-488B-0C53-915798611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9519819"/>
      </p:ext>
    </p:extLst>
  </p:cSld>
  <p:clrMapOvr>
    <a:masterClrMapping/>
  </p:clrMapOvr>
  <p:transition spd="slow" advClick="0">
    <p:fade thruBlk="1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631813-88E7-7E6A-0945-4D4AD108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8B8139E-E6D4-1903-0A30-4BB1A22CF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17769-E5B6-C0FC-A535-06154AD29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D0EDAD-ED68-E546-2947-7F59A24AC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96C21D-70DD-B1B3-F681-E2A6069A2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567113"/>
      </p:ext>
    </p:extLst>
  </p:cSld>
  <p:clrMapOvr>
    <a:masterClrMapping/>
  </p:clrMapOvr>
  <p:transition spd="slow" advClick="0">
    <p:fade thruBlk="1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DEAEF14-DCD6-E80C-7AAC-4CF22B63C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2F5A1C-07D0-B047-0A11-F54650A24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4E7C14-822D-B60A-F84C-FEDCBC5DC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94012F-DE8E-08D3-9195-0F11C3D00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AD368C-8CBE-7E01-CCCF-1E65B5539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203256"/>
      </p:ext>
    </p:extLst>
  </p:cSld>
  <p:clrMapOvr>
    <a:masterClrMapping/>
  </p:clrMapOvr>
  <p:transition spd="slow" advClick="0">
    <p:fade thruBlk="1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11A2990-3621-D5EB-6871-D8A268BA9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F9DBF2A-1CD6-C63B-5034-F96D121D5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A431F2-2E77-1355-2DEA-A33F87C4A0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E66AB1-B6F6-4B6F-865F-BEB26A9FE76A}" type="datetimeFigureOut">
              <a:rPr kumimoji="1" lang="ja-JP" altLang="en-US" smtClean="0"/>
              <a:t>2025/9/6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9B7BD4-DBC4-F707-B632-5413FE6AA5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B7E6FA-7251-4DBA-5E98-DDEB60E764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749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 advClick="0">
    <p:fade thruBlk="1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5gzqQ1_PPHw?si=mggR05w2e9POMOOe&amp;t=50" TargetMode="External"/><Relationship Id="rId2" Type="http://schemas.openxmlformats.org/officeDocument/2006/relationships/hyperlink" Target="https://youtu.be/iE-ZEc6bkWs?si=FG2noyAuzwhMMODY&amp;t=977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6E34FB-5470-CCB6-F0E4-E37939297727}"/>
              </a:ext>
            </a:extLst>
          </p:cNvPr>
          <p:cNvSpPr/>
          <p:nvPr/>
        </p:nvSpPr>
        <p:spPr>
          <a:xfrm>
            <a:off x="4546280" y="3702208"/>
            <a:ext cx="326243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〇〇〇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〇専攻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（〇年制）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3B816E1-4915-D765-9C00-9C690638A063}"/>
              </a:ext>
            </a:extLst>
          </p:cNvPr>
          <p:cNvSpPr/>
          <p:nvPr/>
        </p:nvSpPr>
        <p:spPr>
          <a:xfrm>
            <a:off x="5777385" y="4258729"/>
            <a:ext cx="80021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〇年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59AB5F6-B64C-D44C-5371-023163173899}"/>
              </a:ext>
            </a:extLst>
          </p:cNvPr>
          <p:cNvSpPr/>
          <p:nvPr/>
        </p:nvSpPr>
        <p:spPr>
          <a:xfrm>
            <a:off x="4320262" y="4910106"/>
            <a:ext cx="371447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滋慶　太郎（じけい　たろう）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D165E82-FB6B-9648-A65A-C2843591FC50}"/>
              </a:ext>
            </a:extLst>
          </p:cNvPr>
          <p:cNvSpPr/>
          <p:nvPr/>
        </p:nvSpPr>
        <p:spPr>
          <a:xfrm>
            <a:off x="4652087" y="1102937"/>
            <a:ext cx="3050835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ゲームプログラム課題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68E8483-BF0F-C9F5-D326-A735B034BBC4}"/>
              </a:ext>
            </a:extLst>
          </p:cNvPr>
          <p:cNvSpPr/>
          <p:nvPr/>
        </p:nvSpPr>
        <p:spPr>
          <a:xfrm>
            <a:off x="4509409" y="1659458"/>
            <a:ext cx="3336170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作品タイトル「〇〇〇〇」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A2C10D2-E093-0956-E3ED-C45E57B850B0}"/>
              </a:ext>
            </a:extLst>
          </p:cNvPr>
          <p:cNvSpPr/>
          <p:nvPr/>
        </p:nvSpPr>
        <p:spPr>
          <a:xfrm>
            <a:off x="3608521" y="2263407"/>
            <a:ext cx="513794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テーマ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『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必殺技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×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３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D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アクションゲーム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』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47198608"/>
      </p:ext>
    </p:extLst>
  </p:cSld>
  <p:clrMapOvr>
    <a:masterClrMapping/>
  </p:clrMapOvr>
  <p:transition spd="slow" advClick="0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61802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ゲーム作品の企画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20EFD38-8FD4-5990-91DC-CCAF69F64294}"/>
              </a:ext>
            </a:extLst>
          </p:cNvPr>
          <p:cNvSpPr/>
          <p:nvPr/>
        </p:nvSpPr>
        <p:spPr>
          <a:xfrm>
            <a:off x="448407" y="1371262"/>
            <a:ext cx="2890535" cy="1938992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・ジャンル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・ユーザー層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en-US" altLang="ja-JP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ゲームの売り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操作系</a:t>
            </a:r>
            <a:br>
              <a:rPr lang="en-US" altLang="ja-JP" sz="2400" b="0" cap="none" spc="0" dirty="0">
                <a:ln w="0"/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・作品の注目ポイント</a:t>
            </a:r>
          </a:p>
        </p:txBody>
      </p:sp>
    </p:spTree>
    <p:extLst>
      <p:ext uri="{BB962C8B-B14F-4D97-AF65-F5344CB8AC3E}">
        <p14:creationId xmlns:p14="http://schemas.microsoft.com/office/powerpoint/2010/main" val="4255838624"/>
      </p:ext>
    </p:extLst>
  </p:cSld>
  <p:clrMapOvr>
    <a:masterClrMapping/>
  </p:clrMapOvr>
  <p:transition spd="slow" advClick="0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01048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リファレンス①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0559C49-7434-7FAE-09FD-B4EED546404E}"/>
              </a:ext>
            </a:extLst>
          </p:cNvPr>
          <p:cNvSpPr/>
          <p:nvPr/>
        </p:nvSpPr>
        <p:spPr>
          <a:xfrm>
            <a:off x="4823478" y="1303314"/>
            <a:ext cx="30460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参考にした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など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D777459-E32F-7D95-0601-EB9BE103594C}"/>
              </a:ext>
            </a:extLst>
          </p:cNvPr>
          <p:cNvSpPr/>
          <p:nvPr/>
        </p:nvSpPr>
        <p:spPr>
          <a:xfrm>
            <a:off x="475488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04373AF-79A9-12B4-BDA4-5E4DA8E7E321}"/>
              </a:ext>
            </a:extLst>
          </p:cNvPr>
          <p:cNvSpPr/>
          <p:nvPr/>
        </p:nvSpPr>
        <p:spPr>
          <a:xfrm>
            <a:off x="3435096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146F050-F258-92D7-916A-BFA03B60CECB}"/>
              </a:ext>
            </a:extLst>
          </p:cNvPr>
          <p:cNvSpPr/>
          <p:nvPr/>
        </p:nvSpPr>
        <p:spPr>
          <a:xfrm>
            <a:off x="6394704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42F1ED3-69E0-6EFA-4FE0-20415B531E65}"/>
              </a:ext>
            </a:extLst>
          </p:cNvPr>
          <p:cNvSpPr/>
          <p:nvPr/>
        </p:nvSpPr>
        <p:spPr>
          <a:xfrm>
            <a:off x="9354312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0579189"/>
      </p:ext>
    </p:extLst>
  </p:cSld>
  <p:clrMapOvr>
    <a:masterClrMapping/>
  </p:clrMapOvr>
  <p:transition spd="slow" advClick="0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35E1CB8-E728-0D6C-1199-ADF9C830F8B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5D0E1D4-A7E4-6674-45EA-BE8E94FC0E73}"/>
              </a:ext>
            </a:extLst>
          </p:cNvPr>
          <p:cNvSpPr/>
          <p:nvPr/>
        </p:nvSpPr>
        <p:spPr>
          <a:xfrm>
            <a:off x="271606" y="98492"/>
            <a:ext cx="269176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タイトル画面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297B050-AB7A-B0F6-4238-A1FFC172F6C9}"/>
              </a:ext>
            </a:extLst>
          </p:cNvPr>
          <p:cNvSpPr/>
          <p:nvPr/>
        </p:nvSpPr>
        <p:spPr>
          <a:xfrm>
            <a:off x="1158240" y="761128"/>
            <a:ext cx="9875520" cy="57034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37E96B5-BFC4-CDDF-7AEE-C233556CA2B8}"/>
              </a:ext>
            </a:extLst>
          </p:cNvPr>
          <p:cNvSpPr/>
          <p:nvPr/>
        </p:nvSpPr>
        <p:spPr>
          <a:xfrm>
            <a:off x="2261303" y="2318657"/>
            <a:ext cx="7459639" cy="156966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ja-JP" sz="9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FUKUOKATECH</a:t>
            </a:r>
            <a:endParaRPr lang="ja-JP" altLang="en-US" sz="9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D6CD3CC-C6B4-EEB3-0021-FFA2A30C14B3}"/>
              </a:ext>
            </a:extLst>
          </p:cNvPr>
          <p:cNvSpPr/>
          <p:nvPr/>
        </p:nvSpPr>
        <p:spPr>
          <a:xfrm>
            <a:off x="2261302" y="4234666"/>
            <a:ext cx="7459639" cy="218521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ja-JP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PUSH START BUTTON</a:t>
            </a:r>
          </a:p>
          <a:p>
            <a:pPr algn="ctr"/>
            <a:endParaRPr lang="ja-JP" altLang="en-US" sz="9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5320463"/>
      </p:ext>
    </p:extLst>
  </p:cSld>
  <p:clrMapOvr>
    <a:masterClrMapping/>
  </p:clrMapOvr>
  <p:transition spd="slow" advClick="0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35E1CB8-E728-0D6C-1199-ADF9C830F8B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5D0E1D4-A7E4-6674-45EA-BE8E94FC0E73}"/>
              </a:ext>
            </a:extLst>
          </p:cNvPr>
          <p:cNvSpPr/>
          <p:nvPr/>
        </p:nvSpPr>
        <p:spPr>
          <a:xfrm>
            <a:off x="271606" y="98492"/>
            <a:ext cx="1694695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ゲーム画面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297B050-AB7A-B0F6-4238-A1FFC172F6C9}"/>
              </a:ext>
            </a:extLst>
          </p:cNvPr>
          <p:cNvSpPr/>
          <p:nvPr/>
        </p:nvSpPr>
        <p:spPr>
          <a:xfrm>
            <a:off x="1158240" y="702323"/>
            <a:ext cx="9875520" cy="57034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6FA8485-B9F2-3BAA-C3C6-912C1C6A3447}"/>
              </a:ext>
            </a:extLst>
          </p:cNvPr>
          <p:cNvSpPr/>
          <p:nvPr/>
        </p:nvSpPr>
        <p:spPr>
          <a:xfrm>
            <a:off x="1436914" y="936171"/>
            <a:ext cx="3189515" cy="48985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C0DB03F-E84D-D357-ED34-3B7D9F8B3960}"/>
              </a:ext>
            </a:extLst>
          </p:cNvPr>
          <p:cNvSpPr/>
          <p:nvPr/>
        </p:nvSpPr>
        <p:spPr>
          <a:xfrm>
            <a:off x="4778829" y="913070"/>
            <a:ext cx="849085" cy="114433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A5482E1-DF46-D3CD-FFE3-1071F0087C78}"/>
              </a:ext>
            </a:extLst>
          </p:cNvPr>
          <p:cNvSpPr/>
          <p:nvPr/>
        </p:nvSpPr>
        <p:spPr>
          <a:xfrm>
            <a:off x="5715003" y="913070"/>
            <a:ext cx="849085" cy="114433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FFD38FD-22B4-4DF0-6F7F-2633EAE6B758}"/>
              </a:ext>
            </a:extLst>
          </p:cNvPr>
          <p:cNvSpPr/>
          <p:nvPr/>
        </p:nvSpPr>
        <p:spPr>
          <a:xfrm>
            <a:off x="9208646" y="5869023"/>
            <a:ext cx="338124" cy="45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8FE6618-41C9-FDF3-0518-F97CD72AA5CE}"/>
              </a:ext>
            </a:extLst>
          </p:cNvPr>
          <p:cNvSpPr/>
          <p:nvPr/>
        </p:nvSpPr>
        <p:spPr>
          <a:xfrm>
            <a:off x="9640474" y="5869023"/>
            <a:ext cx="338124" cy="45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43F0557-5EE7-B99C-9F59-04A6C0CDF40B}"/>
              </a:ext>
            </a:extLst>
          </p:cNvPr>
          <p:cNvSpPr/>
          <p:nvPr/>
        </p:nvSpPr>
        <p:spPr>
          <a:xfrm>
            <a:off x="10072302" y="5869022"/>
            <a:ext cx="338124" cy="45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ECA8EA7-D7AB-2BA6-AD3A-8F293EF1FCFC}"/>
              </a:ext>
            </a:extLst>
          </p:cNvPr>
          <p:cNvSpPr/>
          <p:nvPr/>
        </p:nvSpPr>
        <p:spPr>
          <a:xfrm>
            <a:off x="1251857" y="5203371"/>
            <a:ext cx="9666514" cy="455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B3380D2C-B8FF-9AD8-F5F1-B9D423BAB354}"/>
              </a:ext>
            </a:extLst>
          </p:cNvPr>
          <p:cNvGrpSpPr/>
          <p:nvPr/>
        </p:nvGrpSpPr>
        <p:grpSpPr>
          <a:xfrm>
            <a:off x="3664131" y="3942130"/>
            <a:ext cx="1970318" cy="455698"/>
            <a:chOff x="3664131" y="3942130"/>
            <a:chExt cx="1970318" cy="455698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559B0A41-3086-5382-2EAD-C60C5A5F97C5}"/>
                </a:ext>
              </a:extLst>
            </p:cNvPr>
            <p:cNvSpPr/>
            <p:nvPr/>
          </p:nvSpPr>
          <p:spPr>
            <a:xfrm>
              <a:off x="3664131" y="3942131"/>
              <a:ext cx="461554" cy="45569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7D224D5B-3771-2828-B431-70F5EFA9C7D4}"/>
                </a:ext>
              </a:extLst>
            </p:cNvPr>
            <p:cNvSpPr/>
            <p:nvPr/>
          </p:nvSpPr>
          <p:spPr>
            <a:xfrm>
              <a:off x="4164875" y="3942130"/>
              <a:ext cx="461554" cy="45569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F9A61B81-CD53-0187-A65A-92089EA22FB6}"/>
                </a:ext>
              </a:extLst>
            </p:cNvPr>
            <p:cNvSpPr/>
            <p:nvPr/>
          </p:nvSpPr>
          <p:spPr>
            <a:xfrm>
              <a:off x="4665619" y="3942130"/>
              <a:ext cx="461554" cy="45569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27C3ABC9-9245-B038-D64F-F72AB29B90F7}"/>
                </a:ext>
              </a:extLst>
            </p:cNvPr>
            <p:cNvSpPr/>
            <p:nvPr/>
          </p:nvSpPr>
          <p:spPr>
            <a:xfrm>
              <a:off x="5172895" y="3942130"/>
              <a:ext cx="461554" cy="45569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6AB3461-C22A-E70E-506B-6BF1024FEA02}"/>
              </a:ext>
            </a:extLst>
          </p:cNvPr>
          <p:cNvGrpSpPr/>
          <p:nvPr/>
        </p:nvGrpSpPr>
        <p:grpSpPr>
          <a:xfrm>
            <a:off x="6133015" y="2973302"/>
            <a:ext cx="1970318" cy="455698"/>
            <a:chOff x="3664131" y="3942130"/>
            <a:chExt cx="1970318" cy="455698"/>
          </a:xfrm>
        </p:grpSpPr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0A0113EA-5951-ECED-CB78-68846C4546BC}"/>
                </a:ext>
              </a:extLst>
            </p:cNvPr>
            <p:cNvSpPr/>
            <p:nvPr/>
          </p:nvSpPr>
          <p:spPr>
            <a:xfrm>
              <a:off x="3664131" y="3942131"/>
              <a:ext cx="461554" cy="45569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502ACF8E-90EC-D58E-E5EF-55D91040F818}"/>
                </a:ext>
              </a:extLst>
            </p:cNvPr>
            <p:cNvSpPr/>
            <p:nvPr/>
          </p:nvSpPr>
          <p:spPr>
            <a:xfrm>
              <a:off x="4164875" y="3942130"/>
              <a:ext cx="461554" cy="45569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6D167C80-32F8-974A-0AD7-F3715734B1B4}"/>
                </a:ext>
              </a:extLst>
            </p:cNvPr>
            <p:cNvSpPr/>
            <p:nvPr/>
          </p:nvSpPr>
          <p:spPr>
            <a:xfrm>
              <a:off x="4665619" y="3942130"/>
              <a:ext cx="461554" cy="45569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71032C80-B181-3988-718B-82AD964099B2}"/>
                </a:ext>
              </a:extLst>
            </p:cNvPr>
            <p:cNvSpPr/>
            <p:nvPr/>
          </p:nvSpPr>
          <p:spPr>
            <a:xfrm>
              <a:off x="5172895" y="3942130"/>
              <a:ext cx="461554" cy="45569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38CFC615-B11B-346F-325E-6589217704ED}"/>
              </a:ext>
            </a:extLst>
          </p:cNvPr>
          <p:cNvGrpSpPr/>
          <p:nvPr/>
        </p:nvGrpSpPr>
        <p:grpSpPr>
          <a:xfrm>
            <a:off x="7641779" y="3962278"/>
            <a:ext cx="1970318" cy="455698"/>
            <a:chOff x="3664131" y="3942130"/>
            <a:chExt cx="1970318" cy="455698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A969379-3D19-F6E4-9D1B-4AC9A14D4136}"/>
                </a:ext>
              </a:extLst>
            </p:cNvPr>
            <p:cNvSpPr/>
            <p:nvPr/>
          </p:nvSpPr>
          <p:spPr>
            <a:xfrm>
              <a:off x="3664131" y="3942131"/>
              <a:ext cx="461554" cy="45569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F58EB3C8-B991-475C-4B4E-69EB08069CF1}"/>
                </a:ext>
              </a:extLst>
            </p:cNvPr>
            <p:cNvSpPr/>
            <p:nvPr/>
          </p:nvSpPr>
          <p:spPr>
            <a:xfrm>
              <a:off x="4164875" y="3942130"/>
              <a:ext cx="461554" cy="45569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9A5B028B-A685-D2C1-DD91-1AD99E28371C}"/>
                </a:ext>
              </a:extLst>
            </p:cNvPr>
            <p:cNvSpPr/>
            <p:nvPr/>
          </p:nvSpPr>
          <p:spPr>
            <a:xfrm>
              <a:off x="4665619" y="3942130"/>
              <a:ext cx="461554" cy="45569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D29931C6-6818-970F-BA5D-7B179E5BFC6B}"/>
                </a:ext>
              </a:extLst>
            </p:cNvPr>
            <p:cNvSpPr/>
            <p:nvPr/>
          </p:nvSpPr>
          <p:spPr>
            <a:xfrm>
              <a:off x="5172895" y="3942130"/>
              <a:ext cx="461554" cy="45569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7" name="楕円 26">
            <a:extLst>
              <a:ext uri="{FF2B5EF4-FFF2-40B4-BE49-F238E27FC236}">
                <a16:creationId xmlns:a16="http://schemas.microsoft.com/office/drawing/2014/main" id="{CB4FD8BC-D8D9-161D-1534-B453660066E8}"/>
              </a:ext>
            </a:extLst>
          </p:cNvPr>
          <p:cNvSpPr/>
          <p:nvPr/>
        </p:nvSpPr>
        <p:spPr>
          <a:xfrm>
            <a:off x="2099852" y="3864429"/>
            <a:ext cx="533398" cy="533398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二等辺三角形 27">
            <a:extLst>
              <a:ext uri="{FF2B5EF4-FFF2-40B4-BE49-F238E27FC236}">
                <a16:creationId xmlns:a16="http://schemas.microsoft.com/office/drawing/2014/main" id="{3FE458FA-4770-28F0-61FE-9DF0BD3AB72E}"/>
              </a:ext>
            </a:extLst>
          </p:cNvPr>
          <p:cNvSpPr/>
          <p:nvPr/>
        </p:nvSpPr>
        <p:spPr>
          <a:xfrm>
            <a:off x="1994271" y="4223657"/>
            <a:ext cx="748941" cy="696686"/>
          </a:xfrm>
          <a:prstGeom prst="triangle">
            <a:avLst>
              <a:gd name="adj" fmla="val 5278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矢印: 下 28">
            <a:extLst>
              <a:ext uri="{FF2B5EF4-FFF2-40B4-BE49-F238E27FC236}">
                <a16:creationId xmlns:a16="http://schemas.microsoft.com/office/drawing/2014/main" id="{FCCCC438-667F-98DC-D3B4-04176CEBB071}"/>
              </a:ext>
            </a:extLst>
          </p:cNvPr>
          <p:cNvSpPr/>
          <p:nvPr/>
        </p:nvSpPr>
        <p:spPr>
          <a:xfrm rot="16200000">
            <a:off x="2612234" y="4349592"/>
            <a:ext cx="455697" cy="48985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楕円 29">
            <a:extLst>
              <a:ext uri="{FF2B5EF4-FFF2-40B4-BE49-F238E27FC236}">
                <a16:creationId xmlns:a16="http://schemas.microsoft.com/office/drawing/2014/main" id="{AA6B4544-3CB2-851D-E8D8-146FC989BE0A}"/>
              </a:ext>
            </a:extLst>
          </p:cNvPr>
          <p:cNvSpPr/>
          <p:nvPr/>
        </p:nvSpPr>
        <p:spPr>
          <a:xfrm>
            <a:off x="7193283" y="1758673"/>
            <a:ext cx="533398" cy="533398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楕円 30">
            <a:extLst>
              <a:ext uri="{FF2B5EF4-FFF2-40B4-BE49-F238E27FC236}">
                <a16:creationId xmlns:a16="http://schemas.microsoft.com/office/drawing/2014/main" id="{5678072E-CCA9-956B-81FC-B0CA4A014EEC}"/>
              </a:ext>
            </a:extLst>
          </p:cNvPr>
          <p:cNvSpPr/>
          <p:nvPr/>
        </p:nvSpPr>
        <p:spPr>
          <a:xfrm>
            <a:off x="8426628" y="3287366"/>
            <a:ext cx="533398" cy="533398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1843257"/>
      </p:ext>
    </p:extLst>
  </p:cSld>
  <p:clrMapOvr>
    <a:masterClrMapping/>
  </p:clrMapOvr>
  <p:transition spd="slow" advClick="0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E7A60F-DFD4-7C8A-01B0-5803F76E3427}"/>
              </a:ext>
            </a:extLst>
          </p:cNvPr>
          <p:cNvSpPr txBox="1"/>
          <p:nvPr/>
        </p:nvSpPr>
        <p:spPr>
          <a:xfrm>
            <a:off x="218628" y="306150"/>
            <a:ext cx="2425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　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5BD5E2-D383-D8B9-8FA2-8C477CEED092}"/>
              </a:ext>
            </a:extLst>
          </p:cNvPr>
          <p:cNvSpPr txBox="1"/>
          <p:nvPr/>
        </p:nvSpPr>
        <p:spPr>
          <a:xfrm>
            <a:off x="242595" y="793102"/>
            <a:ext cx="7847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発生後　無敵の強い攻撃　自動</a:t>
            </a:r>
            <a:r>
              <a:rPr lang="en-US" altLang="ja-JP" dirty="0"/>
              <a:t>HIT</a:t>
            </a:r>
            <a:r>
              <a:rPr lang="ja-JP" altLang="en-US" dirty="0"/>
              <a:t>　必中</a:t>
            </a:r>
            <a:endParaRPr kumimoji="1"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79BFEC1-67A9-0A0A-8480-F98BE5EBF864}"/>
              </a:ext>
            </a:extLst>
          </p:cNvPr>
          <p:cNvSpPr txBox="1"/>
          <p:nvPr/>
        </p:nvSpPr>
        <p:spPr>
          <a:xfrm>
            <a:off x="242594" y="1397675"/>
            <a:ext cx="117867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挙動</a:t>
            </a:r>
            <a:endParaRPr kumimoji="1" lang="en-US" altLang="ja-JP" dirty="0"/>
          </a:p>
          <a:p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ジャンプの準備挙動　　　　　　この時間は攻撃が通り当たると必殺キャンセル　会うアニメションを探し中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飛び上がり　　　　　　　　　　　　　　ここから敵の行動を停止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空中で敵視点ぐらいからよる　　　　　　この時点で敵の上に移動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敵めがけて動く　　　　攻撃とダメージが入る　ヒット時　点滅と拡大縮小　ダメージ　仮１００　通常４０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定位置に戻り終わり　　敵は吹っ飛ぶ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55609B-B179-8CCF-F7A0-30CA3EBEC491}"/>
              </a:ext>
            </a:extLst>
          </p:cNvPr>
          <p:cNvSpPr txBox="1"/>
          <p:nvPr/>
        </p:nvSpPr>
        <p:spPr>
          <a:xfrm>
            <a:off x="162646" y="3479575"/>
            <a:ext cx="6407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所要時間　</a:t>
            </a:r>
            <a:r>
              <a:rPr lang="ja-JP" altLang="en-US" dirty="0"/>
              <a:t>４</a:t>
            </a:r>
            <a:r>
              <a:rPr kumimoji="1" lang="ja-JP" altLang="en-US" dirty="0"/>
              <a:t>秒程度　各　１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</a:t>
            </a:r>
            <a:r>
              <a:rPr kumimoji="1" lang="ja-JP" altLang="en-US" dirty="0"/>
              <a:t>０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,1,</a:t>
            </a:r>
            <a:r>
              <a:rPr kumimoji="1" lang="ja-JP" altLang="en-US" dirty="0"/>
              <a:t>１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CEDE7C0-A716-9185-9B51-3631FCE11AEC}"/>
              </a:ext>
            </a:extLst>
          </p:cNvPr>
          <p:cNvSpPr txBox="1"/>
          <p:nvPr/>
        </p:nvSpPr>
        <p:spPr>
          <a:xfrm>
            <a:off x="307910" y="4040155"/>
            <a:ext cx="4086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イメージ</a:t>
            </a:r>
            <a:endParaRPr kumimoji="1" lang="en-US" altLang="ja-JP" dirty="0"/>
          </a:p>
          <a:p>
            <a:r>
              <a:rPr lang="ja-JP" altLang="en-US" dirty="0"/>
              <a:t>仮面ライダーのライダーキック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41B8081-C347-CE61-3CD0-C71E5AC104FD}"/>
              </a:ext>
            </a:extLst>
          </p:cNvPr>
          <p:cNvSpPr txBox="1"/>
          <p:nvPr/>
        </p:nvSpPr>
        <p:spPr>
          <a:xfrm>
            <a:off x="300592" y="4877734"/>
            <a:ext cx="61315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発動条件</a:t>
            </a:r>
            <a:endParaRPr kumimoji="1" lang="en-US" altLang="ja-JP" dirty="0"/>
          </a:p>
          <a:p>
            <a:r>
              <a:rPr lang="en-US" altLang="ja-JP" dirty="0"/>
              <a:t>G</a:t>
            </a:r>
            <a:r>
              <a:rPr lang="ja-JP" altLang="en-US" dirty="0"/>
              <a:t>キー　今後ゲージの実装やキーの変更をする予定 </a:t>
            </a:r>
            <a:endParaRPr lang="en-US" altLang="ja-JP" dirty="0"/>
          </a:p>
          <a:p>
            <a:r>
              <a:rPr lang="ja-JP" altLang="en-US" dirty="0"/>
              <a:t>コントローラーは　</a:t>
            </a:r>
            <a:r>
              <a:rPr lang="en-US" altLang="ja-JP" dirty="0"/>
              <a:t>R</a:t>
            </a:r>
            <a:r>
              <a:rPr lang="ja-JP" altLang="en-US" dirty="0"/>
              <a:t>　予定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DC0D889-37ED-EDA6-5AAE-BBAA905E33AF}"/>
              </a:ext>
            </a:extLst>
          </p:cNvPr>
          <p:cNvSpPr txBox="1"/>
          <p:nvPr/>
        </p:nvSpPr>
        <p:spPr>
          <a:xfrm>
            <a:off x="307909" y="5807646"/>
            <a:ext cx="9731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メリット　敵を吹っ飛ばすので猶予ができる　</a:t>
            </a:r>
            <a:r>
              <a:rPr kumimoji="1" lang="en-US" altLang="ja-JP" dirty="0"/>
              <a:t>Hp</a:t>
            </a:r>
            <a:r>
              <a:rPr kumimoji="1" lang="ja-JP" altLang="en-US" dirty="0"/>
              <a:t>が低いとき回復の猶予　無敵　大ダメージ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0B32E43-49A7-ABE1-1460-BD8244BDE826}"/>
              </a:ext>
            </a:extLst>
          </p:cNvPr>
          <p:cNvSpPr txBox="1"/>
          <p:nvPr/>
        </p:nvSpPr>
        <p:spPr>
          <a:xfrm>
            <a:off x="307909" y="6275893"/>
            <a:ext cx="5430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デメリット　隙が多い　自分が動けない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2CDEF38-A04B-4DD5-527F-80FFFBDA20CC}"/>
              </a:ext>
            </a:extLst>
          </p:cNvPr>
          <p:cNvSpPr txBox="1"/>
          <p:nvPr/>
        </p:nvSpPr>
        <p:spPr>
          <a:xfrm>
            <a:off x="6251510" y="3479575"/>
            <a:ext cx="2258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参考必殺技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0B8177F-3A16-AAB8-1626-91DA975A75E6}"/>
              </a:ext>
            </a:extLst>
          </p:cNvPr>
          <p:cNvSpPr txBox="1"/>
          <p:nvPr/>
        </p:nvSpPr>
        <p:spPr>
          <a:xfrm>
            <a:off x="6095999" y="3899482"/>
            <a:ext cx="5569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2"/>
              </a:rPr>
              <a:t>https://youtu.be/iE-ZEc6bkWs?si=FG2noyAuzwhMMODY&amp;t=977</a:t>
            </a:r>
            <a:endParaRPr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63BE89E-DDF3-04F6-5D0F-6D2759051D67}"/>
              </a:ext>
            </a:extLst>
          </p:cNvPr>
          <p:cNvSpPr txBox="1"/>
          <p:nvPr/>
        </p:nvSpPr>
        <p:spPr>
          <a:xfrm>
            <a:off x="5931800" y="4604975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3"/>
              </a:rPr>
              <a:t>https://youtu.be/5gzqQ1_PPHw?si=mggR05w2e9POMOOe&amp;t=50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02149341"/>
      </p:ext>
    </p:extLst>
  </p:cSld>
  <p:clrMapOvr>
    <a:masterClrMapping/>
  </p:clrMapOvr>
  <p:transition spd="slow" advClick="0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35E1CB8-E728-0D6C-1199-ADF9C830F8B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5D0E1D4-A7E4-6674-45EA-BE8E94FC0E73}"/>
              </a:ext>
            </a:extLst>
          </p:cNvPr>
          <p:cNvSpPr/>
          <p:nvPr/>
        </p:nvSpPr>
        <p:spPr>
          <a:xfrm>
            <a:off x="271606" y="98492"/>
            <a:ext cx="273985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ゲームリザルト画面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297B050-AB7A-B0F6-4238-A1FFC172F6C9}"/>
              </a:ext>
            </a:extLst>
          </p:cNvPr>
          <p:cNvSpPr/>
          <p:nvPr/>
        </p:nvSpPr>
        <p:spPr>
          <a:xfrm>
            <a:off x="1239134" y="750242"/>
            <a:ext cx="9875520" cy="57034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036CB12-7BA5-1ECE-35E3-9A8A7A45911E}"/>
              </a:ext>
            </a:extLst>
          </p:cNvPr>
          <p:cNvSpPr/>
          <p:nvPr/>
        </p:nvSpPr>
        <p:spPr>
          <a:xfrm>
            <a:off x="2152446" y="1045025"/>
            <a:ext cx="7459639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ja-JP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BEST</a:t>
            </a:r>
            <a:r>
              <a:rPr lang="ja-JP" altLang="en-US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 </a:t>
            </a:r>
            <a:r>
              <a:rPr lang="en-US" altLang="ja-JP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SCORE</a:t>
            </a:r>
            <a:endParaRPr lang="ja-JP" altLang="en-US" sz="4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963673E-02D9-DC80-5E4D-68F0D3FA45C1}"/>
              </a:ext>
            </a:extLst>
          </p:cNvPr>
          <p:cNvSpPr/>
          <p:nvPr/>
        </p:nvSpPr>
        <p:spPr>
          <a:xfrm>
            <a:off x="2447075" y="1946361"/>
            <a:ext cx="7459639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■        </a:t>
            </a:r>
            <a:r>
              <a:rPr lang="en-US" altLang="ja-JP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AAAA</a:t>
            </a:r>
            <a:r>
              <a:rPr lang="en-US" altLang="ja-JP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           00000000</a:t>
            </a:r>
            <a:endParaRPr lang="ja-JP" altLang="en-US" sz="4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01C509D-BDA2-518A-8CA4-AC610A763A73}"/>
              </a:ext>
            </a:extLst>
          </p:cNvPr>
          <p:cNvSpPr/>
          <p:nvPr/>
        </p:nvSpPr>
        <p:spPr>
          <a:xfrm>
            <a:off x="2447075" y="2733316"/>
            <a:ext cx="7459639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■        </a:t>
            </a:r>
            <a:r>
              <a:rPr lang="en-US" altLang="ja-JP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AAAA</a:t>
            </a:r>
            <a:r>
              <a:rPr lang="en-US" altLang="ja-JP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           00000000</a:t>
            </a:r>
            <a:endParaRPr lang="ja-JP" altLang="en-US" sz="4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547D60E-FAB4-CA1C-D0B3-1F44DF407778}"/>
              </a:ext>
            </a:extLst>
          </p:cNvPr>
          <p:cNvSpPr/>
          <p:nvPr/>
        </p:nvSpPr>
        <p:spPr>
          <a:xfrm>
            <a:off x="2447075" y="3520271"/>
            <a:ext cx="7459639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■        </a:t>
            </a:r>
            <a:r>
              <a:rPr lang="en-US" altLang="ja-JP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AAAA</a:t>
            </a:r>
            <a:r>
              <a:rPr lang="en-US" altLang="ja-JP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           00000000</a:t>
            </a:r>
            <a:endParaRPr lang="ja-JP" altLang="en-US" sz="4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1A024A0-FD88-86E3-8B93-DA59CC8AF68B}"/>
              </a:ext>
            </a:extLst>
          </p:cNvPr>
          <p:cNvSpPr/>
          <p:nvPr/>
        </p:nvSpPr>
        <p:spPr>
          <a:xfrm>
            <a:off x="2447075" y="4351268"/>
            <a:ext cx="7459639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■        </a:t>
            </a:r>
            <a:r>
              <a:rPr lang="en-US" altLang="ja-JP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AAAA</a:t>
            </a:r>
            <a:r>
              <a:rPr lang="en-US" altLang="ja-JP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           00000000</a:t>
            </a:r>
            <a:endParaRPr lang="ja-JP" altLang="en-US" sz="4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AD89E22-0983-C12B-4870-1D717531147C}"/>
              </a:ext>
            </a:extLst>
          </p:cNvPr>
          <p:cNvSpPr/>
          <p:nvPr/>
        </p:nvSpPr>
        <p:spPr>
          <a:xfrm>
            <a:off x="2447075" y="5197346"/>
            <a:ext cx="7459639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ja-JP" altLang="en-US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■        </a:t>
            </a:r>
            <a:r>
              <a:rPr lang="en-US" altLang="ja-JP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AAAA</a:t>
            </a:r>
            <a:r>
              <a:rPr lang="en-US" altLang="ja-JP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mpact" panose="020B0806030902050204" pitchFamily="34" charset="0"/>
              </a:rPr>
              <a:t>           00000000</a:t>
            </a:r>
            <a:endParaRPr lang="ja-JP" altLang="en-US" sz="4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9875834"/>
      </p:ext>
    </p:extLst>
  </p:cSld>
  <p:clrMapOvr>
    <a:masterClrMapping/>
  </p:clrMapOvr>
  <p:transition spd="slow" advClick="0"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35E1CB8-E728-0D6C-1199-ADF9C830F8B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5D0E1D4-A7E4-6674-45EA-BE8E94FC0E73}"/>
              </a:ext>
            </a:extLst>
          </p:cNvPr>
          <p:cNvSpPr/>
          <p:nvPr/>
        </p:nvSpPr>
        <p:spPr>
          <a:xfrm>
            <a:off x="271606" y="98492"/>
            <a:ext cx="233910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今後の進行予定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97BEE27-579C-0514-9E76-58F84A896CCB}"/>
              </a:ext>
            </a:extLst>
          </p:cNvPr>
          <p:cNvSpPr/>
          <p:nvPr/>
        </p:nvSpPr>
        <p:spPr>
          <a:xfrm>
            <a:off x="1781752" y="2082877"/>
            <a:ext cx="364234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予定：〇までに●●予定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9862AEE-1FFE-FEEC-8316-4D66E7366590}"/>
              </a:ext>
            </a:extLst>
          </p:cNvPr>
          <p:cNvSpPr/>
          <p:nvPr/>
        </p:nvSpPr>
        <p:spPr>
          <a:xfrm>
            <a:off x="1794450" y="2951970"/>
            <a:ext cx="194796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頑張った所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9A255D6-B2EF-7B18-0260-B2B97EBE5619}"/>
              </a:ext>
            </a:extLst>
          </p:cNvPr>
          <p:cNvSpPr/>
          <p:nvPr/>
        </p:nvSpPr>
        <p:spPr>
          <a:xfrm>
            <a:off x="1808842" y="3843620"/>
            <a:ext cx="418095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苦労した所（苦労しそうな所）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53DD8CA-D70F-E721-5044-29ADD2E8DF82}"/>
              </a:ext>
            </a:extLst>
          </p:cNvPr>
          <p:cNvSpPr/>
          <p:nvPr/>
        </p:nvSpPr>
        <p:spPr>
          <a:xfrm>
            <a:off x="1808842" y="4873615"/>
            <a:ext cx="1107996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質問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CA32A28-392A-FFA8-9FBE-0BF1FC82913A}"/>
              </a:ext>
            </a:extLst>
          </p:cNvPr>
          <p:cNvSpPr/>
          <p:nvPr/>
        </p:nvSpPr>
        <p:spPr>
          <a:xfrm>
            <a:off x="6096000" y="2172524"/>
            <a:ext cx="5125955" cy="2893100"/>
          </a:xfrm>
          <a:prstGeom prst="rect">
            <a:avLst/>
          </a:prstGeom>
          <a:solidFill>
            <a:srgbClr val="0070C0"/>
          </a:solidFill>
        </p:spPr>
        <p:txBody>
          <a:bodyPr wrap="none" lIns="91440" tIns="45720" rIns="91440" bIns="45720" anchor="t">
            <a:spAutoFit/>
          </a:bodyPr>
          <a:lstStyle/>
          <a:p>
            <a:pPr algn="l"/>
            <a:r>
              <a:rPr lang="ja-JP" altLang="en-US" sz="1400" b="0" i="0" dirty="0">
                <a:solidFill>
                  <a:srgbClr val="FFFF00"/>
                </a:solidFill>
                <a:effectLst/>
                <a:latin typeface="-apple-system"/>
              </a:rPr>
              <a:t>★これは確認用です、</a:t>
            </a:r>
            <a:r>
              <a:rPr lang="en-US" altLang="ja-JP" sz="1400" b="0" i="0" dirty="0">
                <a:solidFill>
                  <a:srgbClr val="FFFF00"/>
                </a:solidFill>
                <a:effectLst/>
                <a:latin typeface="-apple-system"/>
              </a:rPr>
              <a:t>PPT</a:t>
            </a:r>
            <a:r>
              <a:rPr lang="ja-JP" altLang="en-US" sz="1400" b="0" i="0" dirty="0">
                <a:solidFill>
                  <a:srgbClr val="FFFF00"/>
                </a:solidFill>
                <a:effectLst/>
                <a:latin typeface="-apple-system"/>
              </a:rPr>
              <a:t>シートの構成から外してください</a:t>
            </a:r>
            <a:br>
              <a:rPr lang="en-US" altLang="ja-JP" sz="2400" b="0" i="0" u="sng" dirty="0">
                <a:solidFill>
                  <a:schemeClr val="bg1"/>
                </a:solidFill>
                <a:effectLst/>
                <a:latin typeface="-apple-system"/>
              </a:rPr>
            </a:br>
            <a:br>
              <a:rPr lang="en-US" altLang="ja-JP" sz="2400" b="0" i="0" u="sng" dirty="0">
                <a:solidFill>
                  <a:schemeClr val="bg1"/>
                </a:solidFill>
                <a:effectLst/>
                <a:latin typeface="-apple-system"/>
              </a:rPr>
            </a:br>
            <a:r>
              <a:rPr lang="ja-JP" altLang="en-US" sz="2400" b="0" i="0" u="sng" dirty="0">
                <a:solidFill>
                  <a:schemeClr val="bg1"/>
                </a:solidFill>
                <a:effectLst/>
                <a:latin typeface="-apple-system"/>
              </a:rPr>
              <a:t>・</a:t>
            </a:r>
            <a:r>
              <a:rPr lang="en-US" altLang="ja-JP" sz="2400" u="sng" dirty="0">
                <a:solidFill>
                  <a:schemeClr val="bg1"/>
                </a:solidFill>
                <a:latin typeface="-apple-system"/>
              </a:rPr>
              <a:t>09</a:t>
            </a:r>
            <a:r>
              <a:rPr lang="en-US" altLang="ja-JP" sz="2400" b="0" i="0" u="sng" dirty="0">
                <a:solidFill>
                  <a:schemeClr val="bg1"/>
                </a:solidFill>
                <a:effectLst/>
                <a:latin typeface="-apple-system"/>
              </a:rPr>
              <a:t>/12(</a:t>
            </a:r>
            <a:r>
              <a:rPr lang="ja-JP" altLang="en-US" sz="2400" b="0" i="0" u="sng" dirty="0">
                <a:solidFill>
                  <a:schemeClr val="bg1"/>
                </a:solidFill>
                <a:effectLst/>
                <a:latin typeface="-apple-system"/>
              </a:rPr>
              <a:t>金</a:t>
            </a:r>
            <a:r>
              <a:rPr lang="en-US" altLang="ja-JP" sz="2400" b="0" i="0" u="sng" dirty="0">
                <a:solidFill>
                  <a:schemeClr val="bg1"/>
                </a:solidFill>
                <a:effectLst/>
                <a:latin typeface="-apple-system"/>
              </a:rPr>
              <a:t>)1</a:t>
            </a:r>
            <a:r>
              <a:rPr lang="ja-JP" altLang="en-US" sz="2400" b="0" i="0" u="sng" dirty="0">
                <a:solidFill>
                  <a:schemeClr val="bg1"/>
                </a:solidFill>
                <a:effectLst/>
                <a:latin typeface="-apple-system"/>
              </a:rPr>
              <a:t>次審査作品提出</a:t>
            </a:r>
            <a:endParaRPr lang="ja-JP" altLang="en-US" sz="2400" b="0" i="0" dirty="0">
              <a:solidFill>
                <a:schemeClr val="bg1"/>
              </a:solidFill>
              <a:effectLst/>
              <a:latin typeface="-apple-system"/>
            </a:endParaRPr>
          </a:p>
          <a:p>
            <a:pPr algn="l"/>
            <a:r>
              <a:rPr lang="ja-JP" altLang="en-US" sz="2400" b="0" i="0">
                <a:solidFill>
                  <a:srgbClr val="FF0000"/>
                </a:solidFill>
                <a:effectLst/>
                <a:latin typeface="-apple-system"/>
                <a:ea typeface="游ゴシック"/>
              </a:rPr>
              <a:t>・</a:t>
            </a:r>
            <a:r>
              <a:rPr lang="ja-JP" altLang="en-US" sz="2400">
                <a:solidFill>
                  <a:srgbClr val="FF0000"/>
                </a:solidFill>
                <a:latin typeface="-apple-system"/>
                <a:ea typeface="游ゴシック"/>
              </a:rPr>
              <a:t>10</a:t>
            </a:r>
            <a:r>
              <a:rPr lang="en-US" altLang="ja-JP" sz="2400" dirty="0">
                <a:solidFill>
                  <a:srgbClr val="FF0000"/>
                </a:solidFill>
                <a:latin typeface="-apple-system"/>
                <a:ea typeface="游ゴシック"/>
              </a:rPr>
              <a:t>/01(</a:t>
            </a:r>
            <a:r>
              <a:rPr lang="ja-JP" altLang="en-US" sz="2400" b="0" i="0">
                <a:solidFill>
                  <a:srgbClr val="FF0000"/>
                </a:solidFill>
                <a:effectLst/>
                <a:latin typeface="-apple-system"/>
                <a:ea typeface="游ゴシック"/>
              </a:rPr>
              <a:t>水</a:t>
            </a:r>
            <a:r>
              <a:rPr lang="en-US" altLang="ja-JP" sz="2400" b="0" i="0" dirty="0">
                <a:solidFill>
                  <a:srgbClr val="FF0000"/>
                </a:solidFill>
                <a:effectLst/>
                <a:latin typeface="-apple-system"/>
                <a:ea typeface="游ゴシック"/>
              </a:rPr>
              <a:t>)1</a:t>
            </a:r>
            <a:r>
              <a:rPr lang="ja-JP" altLang="en-US" sz="2400" b="0" i="0">
                <a:solidFill>
                  <a:srgbClr val="FF0000"/>
                </a:solidFill>
                <a:effectLst/>
                <a:latin typeface="-apple-system"/>
                <a:ea typeface="游ゴシック"/>
              </a:rPr>
              <a:t>次審査発表</a:t>
            </a:r>
          </a:p>
          <a:p>
            <a:pPr algn="l"/>
            <a:r>
              <a:rPr lang="ja-JP" altLang="en-US" sz="2400" b="0" i="0" u="sng" dirty="0">
                <a:solidFill>
                  <a:schemeClr val="bg1"/>
                </a:solidFill>
                <a:effectLst/>
                <a:latin typeface="-apple-system"/>
              </a:rPr>
              <a:t>・</a:t>
            </a:r>
            <a:r>
              <a:rPr lang="en-US" altLang="ja-JP" sz="2400" u="sng" dirty="0">
                <a:solidFill>
                  <a:schemeClr val="bg1"/>
                </a:solidFill>
                <a:latin typeface="-apple-system"/>
              </a:rPr>
              <a:t>10</a:t>
            </a:r>
            <a:r>
              <a:rPr lang="en-US" altLang="ja-JP" sz="2400" b="0" i="0" u="sng" dirty="0">
                <a:solidFill>
                  <a:schemeClr val="bg1"/>
                </a:solidFill>
                <a:effectLst/>
                <a:latin typeface="-apple-system"/>
              </a:rPr>
              <a:t>/24(</a:t>
            </a:r>
            <a:r>
              <a:rPr lang="ja-JP" altLang="en-US" sz="2400" b="0" i="0" u="sng" dirty="0">
                <a:solidFill>
                  <a:schemeClr val="bg1"/>
                </a:solidFill>
                <a:effectLst/>
                <a:latin typeface="-apple-system"/>
              </a:rPr>
              <a:t>金</a:t>
            </a:r>
            <a:r>
              <a:rPr lang="en-US" altLang="ja-JP" sz="2400" b="0" i="0" u="sng" dirty="0">
                <a:solidFill>
                  <a:schemeClr val="bg1"/>
                </a:solidFill>
                <a:effectLst/>
                <a:latin typeface="-apple-system"/>
              </a:rPr>
              <a:t>)2</a:t>
            </a:r>
            <a:r>
              <a:rPr lang="ja-JP" altLang="en-US" sz="2400" b="0" i="0" u="sng" dirty="0">
                <a:solidFill>
                  <a:schemeClr val="bg1"/>
                </a:solidFill>
                <a:effectLst/>
                <a:latin typeface="-apple-system"/>
              </a:rPr>
              <a:t>次審査作品提出</a:t>
            </a:r>
            <a:endParaRPr lang="ja-JP" altLang="en-US" sz="2400" b="0" i="0" dirty="0">
              <a:solidFill>
                <a:schemeClr val="bg1"/>
              </a:solidFill>
              <a:effectLst/>
              <a:latin typeface="-apple-system"/>
            </a:endParaRPr>
          </a:p>
          <a:p>
            <a:pPr algn="l"/>
            <a:r>
              <a:rPr lang="ja-JP" altLang="en-US" sz="2400" b="0" i="0" dirty="0">
                <a:solidFill>
                  <a:srgbClr val="FF0000"/>
                </a:solidFill>
                <a:effectLst/>
                <a:latin typeface="-apple-system"/>
              </a:rPr>
              <a:t>・</a:t>
            </a:r>
            <a:r>
              <a:rPr lang="en-US" altLang="ja-JP" sz="2400" dirty="0">
                <a:solidFill>
                  <a:srgbClr val="FF0000"/>
                </a:solidFill>
                <a:latin typeface="-apple-system"/>
              </a:rPr>
              <a:t>11</a:t>
            </a:r>
            <a:r>
              <a:rPr lang="en-US" altLang="ja-JP" sz="2400" b="0" i="0" dirty="0">
                <a:solidFill>
                  <a:srgbClr val="FF0000"/>
                </a:solidFill>
                <a:effectLst/>
                <a:latin typeface="-apple-system"/>
              </a:rPr>
              <a:t>/05(</a:t>
            </a:r>
            <a:r>
              <a:rPr lang="ja-JP" altLang="en-US" sz="2400" b="0" i="0" dirty="0">
                <a:solidFill>
                  <a:srgbClr val="FF0000"/>
                </a:solidFill>
                <a:effectLst/>
                <a:latin typeface="-apple-system"/>
              </a:rPr>
              <a:t>水</a:t>
            </a:r>
            <a:r>
              <a:rPr lang="en-US" altLang="ja-JP" sz="2400" b="0" i="0" dirty="0">
                <a:solidFill>
                  <a:srgbClr val="FF0000"/>
                </a:solidFill>
                <a:effectLst/>
                <a:latin typeface="-apple-system"/>
              </a:rPr>
              <a:t>)2</a:t>
            </a:r>
            <a:r>
              <a:rPr lang="ja-JP" altLang="en-US" sz="2400" b="0" i="0" dirty="0">
                <a:solidFill>
                  <a:srgbClr val="FF0000"/>
                </a:solidFill>
                <a:effectLst/>
                <a:latin typeface="-apple-system"/>
              </a:rPr>
              <a:t>次審査発表</a:t>
            </a:r>
          </a:p>
          <a:p>
            <a:pPr algn="l"/>
            <a:r>
              <a:rPr lang="ja-JP" altLang="en-US" sz="2400" b="0" i="0" u="sng" dirty="0">
                <a:solidFill>
                  <a:schemeClr val="bg1"/>
                </a:solidFill>
                <a:effectLst/>
                <a:latin typeface="-apple-system"/>
              </a:rPr>
              <a:t>・</a:t>
            </a:r>
            <a:r>
              <a:rPr lang="en-US" altLang="ja-JP" sz="2400" u="sng" dirty="0">
                <a:solidFill>
                  <a:schemeClr val="bg1"/>
                </a:solidFill>
                <a:latin typeface="-apple-system"/>
              </a:rPr>
              <a:t>12</a:t>
            </a:r>
            <a:r>
              <a:rPr lang="en-US" altLang="ja-JP" sz="2400" b="0" i="0" u="sng" dirty="0">
                <a:solidFill>
                  <a:schemeClr val="bg1"/>
                </a:solidFill>
                <a:effectLst/>
                <a:latin typeface="-apple-system"/>
              </a:rPr>
              <a:t>/</a:t>
            </a:r>
            <a:r>
              <a:rPr lang="en-US" altLang="ja-JP" sz="2400" u="sng" dirty="0">
                <a:solidFill>
                  <a:schemeClr val="bg1"/>
                </a:solidFill>
                <a:latin typeface="-apple-system"/>
              </a:rPr>
              <a:t>12</a:t>
            </a:r>
            <a:r>
              <a:rPr lang="en-US" altLang="ja-JP" sz="2400" b="0" i="0" u="sng" dirty="0">
                <a:solidFill>
                  <a:schemeClr val="bg1"/>
                </a:solidFill>
                <a:effectLst/>
                <a:latin typeface="-apple-system"/>
              </a:rPr>
              <a:t>(</a:t>
            </a:r>
            <a:r>
              <a:rPr lang="ja-JP" altLang="en-US" sz="2400" b="0" i="0" u="sng" dirty="0">
                <a:solidFill>
                  <a:schemeClr val="bg1"/>
                </a:solidFill>
                <a:effectLst/>
                <a:latin typeface="-apple-system"/>
              </a:rPr>
              <a:t>金</a:t>
            </a:r>
            <a:r>
              <a:rPr lang="en-US" altLang="ja-JP" sz="2400" b="0" i="0" u="sng" dirty="0">
                <a:solidFill>
                  <a:schemeClr val="bg1"/>
                </a:solidFill>
                <a:effectLst/>
                <a:latin typeface="-apple-system"/>
              </a:rPr>
              <a:t>)</a:t>
            </a:r>
            <a:r>
              <a:rPr lang="ja-JP" altLang="en-US" sz="2400" b="0" i="0" u="sng" dirty="0">
                <a:solidFill>
                  <a:schemeClr val="bg1"/>
                </a:solidFill>
                <a:effectLst/>
                <a:latin typeface="-apple-system"/>
              </a:rPr>
              <a:t>最終審査作品提出</a:t>
            </a:r>
            <a:endParaRPr lang="ja-JP" altLang="en-US" sz="2400" b="0" i="0" dirty="0">
              <a:solidFill>
                <a:schemeClr val="bg1"/>
              </a:solidFill>
              <a:effectLst/>
              <a:latin typeface="-apple-system"/>
            </a:endParaRPr>
          </a:p>
          <a:p>
            <a:pPr algn="l"/>
            <a:r>
              <a:rPr lang="ja-JP" altLang="en-US" sz="2400" b="0" i="0" dirty="0">
                <a:solidFill>
                  <a:srgbClr val="FF0000"/>
                </a:solidFill>
                <a:effectLst/>
                <a:latin typeface="-apple-system"/>
              </a:rPr>
              <a:t>・</a:t>
            </a:r>
            <a:r>
              <a:rPr lang="en-US" altLang="ja-JP" sz="2400" b="0" i="0" dirty="0">
                <a:solidFill>
                  <a:srgbClr val="FF0000"/>
                </a:solidFill>
                <a:effectLst/>
                <a:latin typeface="-apple-system"/>
              </a:rPr>
              <a:t>12/17(</a:t>
            </a:r>
            <a:r>
              <a:rPr lang="ja-JP" altLang="en-US" sz="2400" dirty="0">
                <a:solidFill>
                  <a:srgbClr val="FF0000"/>
                </a:solidFill>
                <a:latin typeface="-apple-system"/>
              </a:rPr>
              <a:t>水</a:t>
            </a:r>
            <a:r>
              <a:rPr lang="en-US" altLang="ja-JP" sz="2400" b="0" i="0" dirty="0">
                <a:solidFill>
                  <a:srgbClr val="FF0000"/>
                </a:solidFill>
                <a:effectLst/>
                <a:latin typeface="-apple-system"/>
              </a:rPr>
              <a:t>)</a:t>
            </a:r>
            <a:r>
              <a:rPr lang="ja-JP" altLang="en-US" sz="2400" b="0" i="0" dirty="0">
                <a:solidFill>
                  <a:srgbClr val="FF0000"/>
                </a:solidFill>
                <a:effectLst/>
                <a:latin typeface="-apple-system"/>
              </a:rPr>
              <a:t>最終審査発表</a:t>
            </a:r>
          </a:p>
        </p:txBody>
      </p:sp>
    </p:spTree>
    <p:extLst>
      <p:ext uri="{BB962C8B-B14F-4D97-AF65-F5344CB8AC3E}">
        <p14:creationId xmlns:p14="http://schemas.microsoft.com/office/powerpoint/2010/main" val="738029369"/>
      </p:ext>
    </p:extLst>
  </p:cSld>
  <p:clrMapOvr>
    <a:masterClrMapping/>
  </p:clrMapOvr>
  <p:transition spd="slow" advClick="0">
    <p:fade thruBlk="1"/>
  </p:transition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7a2ea18-1ea4-4cd6-8c3e-626499c8f82b">
      <Terms xmlns="http://schemas.microsoft.com/office/infopath/2007/PartnerControls"/>
    </lcf76f155ced4ddcb4097134ff3c332f>
    <TaxCatchAll xmlns="f08c68da-d145-4647-b7b0-41852d50ec21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6DAA2143A7117C49B4C9F8590216C20F" ma:contentTypeVersion="12" ma:contentTypeDescription="新しいドキュメントを作成します。" ma:contentTypeScope="" ma:versionID="cc3aded7008bc64947a264f7acc5aa9e">
  <xsd:schema xmlns:xsd="http://www.w3.org/2001/XMLSchema" xmlns:xs="http://www.w3.org/2001/XMLSchema" xmlns:p="http://schemas.microsoft.com/office/2006/metadata/properties" xmlns:ns2="d7a2ea18-1ea4-4cd6-8c3e-626499c8f82b" xmlns:ns3="f08c68da-d145-4647-b7b0-41852d50ec21" targetNamespace="http://schemas.microsoft.com/office/2006/metadata/properties" ma:root="true" ma:fieldsID="4161c5e7a0c4f05f3e7f581073882928" ns2:_="" ns3:_="">
    <xsd:import namespace="d7a2ea18-1ea4-4cd6-8c3e-626499c8f82b"/>
    <xsd:import namespace="f08c68da-d145-4647-b7b0-41852d50ec21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a2ea18-1ea4-4cd6-8c3e-626499c8f82b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画像タグ" ma:readOnly="false" ma:fieldId="{5cf76f15-5ced-4ddc-b409-7134ff3c332f}" ma:taxonomyMulti="true" ma:sspId="0895b9c0-74fc-4553-aa0b-380ace5f8a7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8c68da-d145-4647-b7b0-41852d50ec21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5c8bd966-1732-467e-88b4-9866b7df0aec}" ma:internalName="TaxCatchAll" ma:showField="CatchAllData" ma:web="f08c68da-d145-4647-b7b0-41852d50ec2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4561E12-DD42-4580-91AA-2E56B6F36D47}">
  <ds:schemaRefs>
    <ds:schemaRef ds:uri="http://schemas.microsoft.com/office/2006/metadata/properties"/>
    <ds:schemaRef ds:uri="http://schemas.microsoft.com/office/infopath/2007/PartnerControls"/>
    <ds:schemaRef ds:uri="7e320a98-111e-4df1-b565-db8f036c2c07"/>
    <ds:schemaRef ds:uri="d5e75185-ab09-4bd5-a24e-9040de8604a3"/>
    <ds:schemaRef ds:uri="d7a2ea18-1ea4-4cd6-8c3e-626499c8f82b"/>
    <ds:schemaRef ds:uri="f08c68da-d145-4647-b7b0-41852d50ec21"/>
  </ds:schemaRefs>
</ds:datastoreItem>
</file>

<file path=customXml/itemProps2.xml><?xml version="1.0" encoding="utf-8"?>
<ds:datastoreItem xmlns:ds="http://schemas.openxmlformats.org/officeDocument/2006/customXml" ds:itemID="{A68EAD39-B5C6-48C1-A06D-E3B75FEE4A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7a2ea18-1ea4-4cd6-8c3e-626499c8f82b"/>
    <ds:schemaRef ds:uri="f08c68da-d145-4647-b7b0-41852d50ec2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216681-D782-45CA-A4C0-F2540F3F281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1063</TotalTime>
  <Words>364</Words>
  <Application>Microsoft Office PowerPoint</Application>
  <PresentationFormat>ワイド画面</PresentationFormat>
  <Paragraphs>52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5" baseType="lpstr">
      <vt:lpstr>-apple-system</vt:lpstr>
      <vt:lpstr>ＭＳ Ｐゴシック</vt:lpstr>
      <vt:lpstr>游ゴシック</vt:lpstr>
      <vt:lpstr>游ゴシック Light</vt:lpstr>
      <vt:lpstr>Arial</vt:lpstr>
      <vt:lpstr>Impact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Ishii Hidetaka</dc:creator>
  <cp:lastModifiedBy>豊嶋 拳生</cp:lastModifiedBy>
  <cp:revision>57</cp:revision>
  <dcterms:created xsi:type="dcterms:W3CDTF">2023-06-27T09:42:14Z</dcterms:created>
  <dcterms:modified xsi:type="dcterms:W3CDTF">2025-09-06T03:15:54Z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0x0101006DAA2143A7117C49B4C9F8590216C20F</vt:lpwstr>
  </property>
  <property fmtid="{D5CDD505-2E9C-101B-9397-08002B2CF9AE}" pid="3" name="MediaServiceImageTags">
    <vt:lpwstr/>
  </property>
</Properties>
</file>